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AC8E0-EA2F-94D8-65D6-5752F9231309}" v="11" dt="2026-07-29T20:54:29.678"/>
    <p1510:client id="{FDCEEE58-458E-7D68-FAAF-05D8BE706A1B}" v="177" dt="2026-07-29T20:36:41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572FAA-D3DE-43C9-9ADC-BF010CFCA945}" type="doc">
      <dgm:prSet loTypeId="urn:microsoft.com/office/officeart/2005/8/layout/arrow5" loCatId="relationship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57C11C-C4EE-42E4-9BBD-1367D0663191}">
      <dgm:prSet/>
      <dgm:spPr/>
      <dgm:t>
        <a:bodyPr/>
        <a:lstStyle/>
        <a:p>
          <a:r>
            <a:rPr lang="en-US"/>
            <a:t>Cyberattacks are increasing rapidly, making it essential to monitor and detect malicious network activity.</a:t>
          </a:r>
        </a:p>
      </dgm:t>
    </dgm:pt>
    <dgm:pt modelId="{F952BD1D-E0EE-43FB-9EEF-83B803B698A7}" type="parTrans" cxnId="{68064004-E7F6-477D-BFF4-FE3D6296AF34}">
      <dgm:prSet/>
      <dgm:spPr/>
      <dgm:t>
        <a:bodyPr/>
        <a:lstStyle/>
        <a:p>
          <a:endParaRPr lang="en-US"/>
        </a:p>
      </dgm:t>
    </dgm:pt>
    <dgm:pt modelId="{AFE05A30-187C-499B-BC3E-4DB508529CDB}" type="sibTrans" cxnId="{68064004-E7F6-477D-BFF4-FE3D6296AF34}">
      <dgm:prSet/>
      <dgm:spPr/>
      <dgm:t>
        <a:bodyPr/>
        <a:lstStyle/>
        <a:p>
          <a:endParaRPr lang="en-US"/>
        </a:p>
      </dgm:t>
    </dgm:pt>
    <dgm:pt modelId="{67757DB8-5C3E-407A-BC9E-8C3483CCA6B8}">
      <dgm:prSet/>
      <dgm:spPr/>
      <dgm:t>
        <a:bodyPr/>
        <a:lstStyle/>
        <a:p>
          <a:r>
            <a:rPr lang="en-US"/>
            <a:t>Intrusion Detection Systems (IDS) such as Suricata help organizations identify suspicious traffic in real time.</a:t>
          </a:r>
        </a:p>
      </dgm:t>
    </dgm:pt>
    <dgm:pt modelId="{4567154A-2002-40CD-A16B-705CB2910256}" type="parTrans" cxnId="{328AD731-C2B8-477F-B104-D1D4B5E78F16}">
      <dgm:prSet/>
      <dgm:spPr/>
      <dgm:t>
        <a:bodyPr/>
        <a:lstStyle/>
        <a:p>
          <a:endParaRPr lang="en-US"/>
        </a:p>
      </dgm:t>
    </dgm:pt>
    <dgm:pt modelId="{E626830A-099E-4E71-9DF3-673F5A558C89}" type="sibTrans" cxnId="{328AD731-C2B8-477F-B104-D1D4B5E78F16}">
      <dgm:prSet/>
      <dgm:spPr/>
      <dgm:t>
        <a:bodyPr/>
        <a:lstStyle/>
        <a:p>
          <a:endParaRPr lang="en-US"/>
        </a:p>
      </dgm:t>
    </dgm:pt>
    <dgm:pt modelId="{AFDB840E-5B90-4565-B24B-35E6B8DA7157}">
      <dgm:prSet/>
      <dgm:spPr/>
      <dgm:t>
        <a:bodyPr/>
        <a:lstStyle/>
        <a:p>
          <a:r>
            <a:rPr lang="en-US"/>
            <a:t>Project Aim</a:t>
          </a:r>
        </a:p>
      </dgm:t>
    </dgm:pt>
    <dgm:pt modelId="{A7CA734E-2BA6-4B04-9525-6F06226700D1}" type="parTrans" cxnId="{C54939A1-B9C8-4804-A4D9-1BC52BD2557E}">
      <dgm:prSet/>
      <dgm:spPr/>
      <dgm:t>
        <a:bodyPr/>
        <a:lstStyle/>
        <a:p>
          <a:endParaRPr lang="en-US"/>
        </a:p>
      </dgm:t>
    </dgm:pt>
    <dgm:pt modelId="{F9DEB8CD-774F-4950-8C62-3948F1F5A4D1}" type="sibTrans" cxnId="{C54939A1-B9C8-4804-A4D9-1BC52BD2557E}">
      <dgm:prSet/>
      <dgm:spPr/>
      <dgm:t>
        <a:bodyPr/>
        <a:lstStyle/>
        <a:p>
          <a:endParaRPr lang="en-US"/>
        </a:p>
      </dgm:t>
    </dgm:pt>
    <dgm:pt modelId="{7627C713-11D7-4615-ACC8-398C1324F4F7}">
      <dgm:prSet/>
      <dgm:spPr/>
      <dgm:t>
        <a:bodyPr/>
        <a:lstStyle/>
        <a:p>
          <a:r>
            <a:rPr lang="en-US"/>
            <a:t>To design, deploy, configure, and validate a Suricata-based Intrusion Detection System within a virtual laboratory.</a:t>
          </a:r>
        </a:p>
      </dgm:t>
    </dgm:pt>
    <dgm:pt modelId="{0B07005C-0642-43EB-834B-F206CA29E7A7}" type="parTrans" cxnId="{364B6DA4-F7E0-4BC8-85ED-EF4818213AFE}">
      <dgm:prSet/>
      <dgm:spPr/>
      <dgm:t>
        <a:bodyPr/>
        <a:lstStyle/>
        <a:p>
          <a:endParaRPr lang="en-US"/>
        </a:p>
      </dgm:t>
    </dgm:pt>
    <dgm:pt modelId="{B7ADCCAD-192E-4CFE-8428-42E3E4C7C91D}" type="sibTrans" cxnId="{364B6DA4-F7E0-4BC8-85ED-EF4818213AFE}">
      <dgm:prSet/>
      <dgm:spPr/>
      <dgm:t>
        <a:bodyPr/>
        <a:lstStyle/>
        <a:p>
          <a:endParaRPr lang="en-US"/>
        </a:p>
      </dgm:t>
    </dgm:pt>
    <dgm:pt modelId="{3B1C17A7-0DE4-4A17-B1A3-C4AE6E307EC0}" type="pres">
      <dgm:prSet presAssocID="{29572FAA-D3DE-43C9-9ADC-BF010CFCA945}" presName="diagram" presStyleCnt="0">
        <dgm:presLayoutVars>
          <dgm:dir/>
          <dgm:resizeHandles val="exact"/>
        </dgm:presLayoutVars>
      </dgm:prSet>
      <dgm:spPr/>
    </dgm:pt>
    <dgm:pt modelId="{9FE2030D-AE7B-488A-AE8D-AE62028E680F}" type="pres">
      <dgm:prSet presAssocID="{9C57C11C-C4EE-42E4-9BBD-1367D0663191}" presName="arrow" presStyleLbl="node1" presStyleIdx="0" presStyleCnt="4">
        <dgm:presLayoutVars>
          <dgm:bulletEnabled val="1"/>
        </dgm:presLayoutVars>
      </dgm:prSet>
      <dgm:spPr/>
    </dgm:pt>
    <dgm:pt modelId="{EB26B867-D5B3-4E8C-9CEE-8C5DA43552A0}" type="pres">
      <dgm:prSet presAssocID="{67757DB8-5C3E-407A-BC9E-8C3483CCA6B8}" presName="arrow" presStyleLbl="node1" presStyleIdx="1" presStyleCnt="4">
        <dgm:presLayoutVars>
          <dgm:bulletEnabled val="1"/>
        </dgm:presLayoutVars>
      </dgm:prSet>
      <dgm:spPr/>
    </dgm:pt>
    <dgm:pt modelId="{F87150FB-DB92-4AF0-ACD0-45870BA16D6D}" type="pres">
      <dgm:prSet presAssocID="{AFDB840E-5B90-4565-B24B-35E6B8DA7157}" presName="arrow" presStyleLbl="node1" presStyleIdx="2" presStyleCnt="4">
        <dgm:presLayoutVars>
          <dgm:bulletEnabled val="1"/>
        </dgm:presLayoutVars>
      </dgm:prSet>
      <dgm:spPr/>
    </dgm:pt>
    <dgm:pt modelId="{91182FC2-FDB9-4F8C-AD48-C8F8587699F9}" type="pres">
      <dgm:prSet presAssocID="{7627C713-11D7-4615-ACC8-398C1324F4F7}" presName="arrow" presStyleLbl="node1" presStyleIdx="3" presStyleCnt="4">
        <dgm:presLayoutVars>
          <dgm:bulletEnabled val="1"/>
        </dgm:presLayoutVars>
      </dgm:prSet>
      <dgm:spPr/>
    </dgm:pt>
  </dgm:ptLst>
  <dgm:cxnLst>
    <dgm:cxn modelId="{68064004-E7F6-477D-BFF4-FE3D6296AF34}" srcId="{29572FAA-D3DE-43C9-9ADC-BF010CFCA945}" destId="{9C57C11C-C4EE-42E4-9BBD-1367D0663191}" srcOrd="0" destOrd="0" parTransId="{F952BD1D-E0EE-43FB-9EEF-83B803B698A7}" sibTransId="{AFE05A30-187C-499B-BC3E-4DB508529CDB}"/>
    <dgm:cxn modelId="{3EDA5105-7E60-4112-ADD8-177CBCFA74A5}" type="presOf" srcId="{7627C713-11D7-4615-ACC8-398C1324F4F7}" destId="{91182FC2-FDB9-4F8C-AD48-C8F8587699F9}" srcOrd="0" destOrd="0" presId="urn:microsoft.com/office/officeart/2005/8/layout/arrow5"/>
    <dgm:cxn modelId="{0F132F09-DF5F-4806-9D67-4B911F0B69B1}" type="presOf" srcId="{AFDB840E-5B90-4565-B24B-35E6B8DA7157}" destId="{F87150FB-DB92-4AF0-ACD0-45870BA16D6D}" srcOrd="0" destOrd="0" presId="urn:microsoft.com/office/officeart/2005/8/layout/arrow5"/>
    <dgm:cxn modelId="{2CAA3117-2756-4930-AB81-E0B8C8FE49B4}" type="presOf" srcId="{9C57C11C-C4EE-42E4-9BBD-1367D0663191}" destId="{9FE2030D-AE7B-488A-AE8D-AE62028E680F}" srcOrd="0" destOrd="0" presId="urn:microsoft.com/office/officeart/2005/8/layout/arrow5"/>
    <dgm:cxn modelId="{328AD731-C2B8-477F-B104-D1D4B5E78F16}" srcId="{29572FAA-D3DE-43C9-9ADC-BF010CFCA945}" destId="{67757DB8-5C3E-407A-BC9E-8C3483CCA6B8}" srcOrd="1" destOrd="0" parTransId="{4567154A-2002-40CD-A16B-705CB2910256}" sibTransId="{E626830A-099E-4E71-9DF3-673F5A558C89}"/>
    <dgm:cxn modelId="{CB2D7F38-07E9-484C-9B8C-CFDE6D9F724D}" type="presOf" srcId="{29572FAA-D3DE-43C9-9ADC-BF010CFCA945}" destId="{3B1C17A7-0DE4-4A17-B1A3-C4AE6E307EC0}" srcOrd="0" destOrd="0" presId="urn:microsoft.com/office/officeart/2005/8/layout/arrow5"/>
    <dgm:cxn modelId="{C54939A1-B9C8-4804-A4D9-1BC52BD2557E}" srcId="{29572FAA-D3DE-43C9-9ADC-BF010CFCA945}" destId="{AFDB840E-5B90-4565-B24B-35E6B8DA7157}" srcOrd="2" destOrd="0" parTransId="{A7CA734E-2BA6-4B04-9525-6F06226700D1}" sibTransId="{F9DEB8CD-774F-4950-8C62-3948F1F5A4D1}"/>
    <dgm:cxn modelId="{364B6DA4-F7E0-4BC8-85ED-EF4818213AFE}" srcId="{29572FAA-D3DE-43C9-9ADC-BF010CFCA945}" destId="{7627C713-11D7-4615-ACC8-398C1324F4F7}" srcOrd="3" destOrd="0" parTransId="{0B07005C-0642-43EB-834B-F206CA29E7A7}" sibTransId="{B7ADCCAD-192E-4CFE-8428-42E3E4C7C91D}"/>
    <dgm:cxn modelId="{59C224EA-350A-464A-ADBA-1B760B162B95}" type="presOf" srcId="{67757DB8-5C3E-407A-BC9E-8C3483CCA6B8}" destId="{EB26B867-D5B3-4E8C-9CEE-8C5DA43552A0}" srcOrd="0" destOrd="0" presId="urn:microsoft.com/office/officeart/2005/8/layout/arrow5"/>
    <dgm:cxn modelId="{7F3F8353-77AD-4340-9D1B-4140B8D8F2D8}" type="presParOf" srcId="{3B1C17A7-0DE4-4A17-B1A3-C4AE6E307EC0}" destId="{9FE2030D-AE7B-488A-AE8D-AE62028E680F}" srcOrd="0" destOrd="0" presId="urn:microsoft.com/office/officeart/2005/8/layout/arrow5"/>
    <dgm:cxn modelId="{D6CE3906-997C-49DE-8754-A3E75C078B93}" type="presParOf" srcId="{3B1C17A7-0DE4-4A17-B1A3-C4AE6E307EC0}" destId="{EB26B867-D5B3-4E8C-9CEE-8C5DA43552A0}" srcOrd="1" destOrd="0" presId="urn:microsoft.com/office/officeart/2005/8/layout/arrow5"/>
    <dgm:cxn modelId="{39036834-5E7C-4EC1-A63D-5CE1AC48C65C}" type="presParOf" srcId="{3B1C17A7-0DE4-4A17-B1A3-C4AE6E307EC0}" destId="{F87150FB-DB92-4AF0-ACD0-45870BA16D6D}" srcOrd="2" destOrd="0" presId="urn:microsoft.com/office/officeart/2005/8/layout/arrow5"/>
    <dgm:cxn modelId="{B12319E6-8017-467A-BF57-050B0B94B0BF}" type="presParOf" srcId="{3B1C17A7-0DE4-4A17-B1A3-C4AE6E307EC0}" destId="{91182FC2-FDB9-4F8C-AD48-C8F8587699F9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A915FE-65CC-4970-89C4-A7E71759A0F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ED47E9-7E3E-46E8-9C37-87ABAF9B57BA}">
      <dgm:prSet/>
      <dgm:spPr/>
      <dgm:t>
        <a:bodyPr/>
        <a:lstStyle/>
        <a:p>
          <a:r>
            <a:rPr lang="en-US"/>
            <a:t>Deploy Ubuntu as the IDS server. </a:t>
          </a:r>
        </a:p>
      </dgm:t>
    </dgm:pt>
    <dgm:pt modelId="{8394B519-282D-4C6D-9315-197F485E909F}" type="parTrans" cxnId="{DD235146-89E9-4E5E-9D23-D2E095617B7C}">
      <dgm:prSet/>
      <dgm:spPr/>
      <dgm:t>
        <a:bodyPr/>
        <a:lstStyle/>
        <a:p>
          <a:endParaRPr lang="en-US"/>
        </a:p>
      </dgm:t>
    </dgm:pt>
    <dgm:pt modelId="{B2BA5DC9-8562-4D25-B7AF-253A7727082F}" type="sibTrans" cxnId="{DD235146-89E9-4E5E-9D23-D2E095617B7C}">
      <dgm:prSet/>
      <dgm:spPr/>
      <dgm:t>
        <a:bodyPr/>
        <a:lstStyle/>
        <a:p>
          <a:endParaRPr lang="en-US"/>
        </a:p>
      </dgm:t>
    </dgm:pt>
    <dgm:pt modelId="{A790C919-EA8C-49D5-838B-D156171A527B}">
      <dgm:prSet/>
      <dgm:spPr/>
      <dgm:t>
        <a:bodyPr/>
        <a:lstStyle/>
        <a:p>
          <a:r>
            <a:rPr lang="en-US"/>
            <a:t>Install and configure Suricata. </a:t>
          </a:r>
        </a:p>
      </dgm:t>
    </dgm:pt>
    <dgm:pt modelId="{2754875B-E943-4990-ADB8-2C27170B3432}" type="parTrans" cxnId="{3E78EE82-4653-4AD0-B479-40E6E7F530E5}">
      <dgm:prSet/>
      <dgm:spPr/>
      <dgm:t>
        <a:bodyPr/>
        <a:lstStyle/>
        <a:p>
          <a:endParaRPr lang="en-US"/>
        </a:p>
      </dgm:t>
    </dgm:pt>
    <dgm:pt modelId="{E8E84DB7-C5F1-4AFF-B186-37FEC46E010E}" type="sibTrans" cxnId="{3E78EE82-4653-4AD0-B479-40E6E7F530E5}">
      <dgm:prSet/>
      <dgm:spPr/>
      <dgm:t>
        <a:bodyPr/>
        <a:lstStyle/>
        <a:p>
          <a:endParaRPr lang="en-US"/>
        </a:p>
      </dgm:t>
    </dgm:pt>
    <dgm:pt modelId="{D107DEE0-BC14-4DD1-B48A-14399FC7457D}">
      <dgm:prSet/>
      <dgm:spPr/>
      <dgm:t>
        <a:bodyPr/>
        <a:lstStyle/>
        <a:p>
          <a:r>
            <a:rPr lang="en-US"/>
            <a:t>Configure communication between virtual machines. </a:t>
          </a:r>
        </a:p>
      </dgm:t>
    </dgm:pt>
    <dgm:pt modelId="{FDAFCDBB-E0FA-4CDF-AC52-C3F53636ADEA}" type="parTrans" cxnId="{387E3290-F5E0-4194-9AAA-92C933D6CFCC}">
      <dgm:prSet/>
      <dgm:spPr/>
      <dgm:t>
        <a:bodyPr/>
        <a:lstStyle/>
        <a:p>
          <a:endParaRPr lang="en-US"/>
        </a:p>
      </dgm:t>
    </dgm:pt>
    <dgm:pt modelId="{CEBF7526-AB9A-4D0D-8C44-48893B255712}" type="sibTrans" cxnId="{387E3290-F5E0-4194-9AAA-92C933D6CFCC}">
      <dgm:prSet/>
      <dgm:spPr/>
      <dgm:t>
        <a:bodyPr/>
        <a:lstStyle/>
        <a:p>
          <a:endParaRPr lang="en-US"/>
        </a:p>
      </dgm:t>
    </dgm:pt>
    <dgm:pt modelId="{1EA8BA0A-26E2-430B-8D2D-6701D8D9BC39}">
      <dgm:prSet/>
      <dgm:spPr/>
      <dgm:t>
        <a:bodyPr/>
        <a:lstStyle/>
        <a:p>
          <a:r>
            <a:rPr lang="en-US"/>
            <a:t>Develop custom detection rules. </a:t>
          </a:r>
        </a:p>
      </dgm:t>
    </dgm:pt>
    <dgm:pt modelId="{BAA81C91-28DB-48EB-87F7-E63F3113F967}" type="parTrans" cxnId="{E144D48D-8592-4026-BF91-76DF1C5D7981}">
      <dgm:prSet/>
      <dgm:spPr/>
      <dgm:t>
        <a:bodyPr/>
        <a:lstStyle/>
        <a:p>
          <a:endParaRPr lang="en-US"/>
        </a:p>
      </dgm:t>
    </dgm:pt>
    <dgm:pt modelId="{AF660651-5AD5-441B-8F71-5F62096DFB25}" type="sibTrans" cxnId="{E144D48D-8592-4026-BF91-76DF1C5D7981}">
      <dgm:prSet/>
      <dgm:spPr/>
      <dgm:t>
        <a:bodyPr/>
        <a:lstStyle/>
        <a:p>
          <a:endParaRPr lang="en-US"/>
        </a:p>
      </dgm:t>
    </dgm:pt>
    <dgm:pt modelId="{6A627FE6-8517-4DEF-BD51-FB073378E8A5}">
      <dgm:prSet/>
      <dgm:spPr/>
      <dgm:t>
        <a:bodyPr/>
        <a:lstStyle/>
        <a:p>
          <a:r>
            <a:rPr lang="en-US"/>
            <a:t>Generate attack traffic. </a:t>
          </a:r>
        </a:p>
      </dgm:t>
    </dgm:pt>
    <dgm:pt modelId="{D4471787-8B5A-4E94-8865-98646A902947}" type="parTrans" cxnId="{5CFC09F3-0734-45CB-B676-08B6037A8A6B}">
      <dgm:prSet/>
      <dgm:spPr/>
      <dgm:t>
        <a:bodyPr/>
        <a:lstStyle/>
        <a:p>
          <a:endParaRPr lang="en-US"/>
        </a:p>
      </dgm:t>
    </dgm:pt>
    <dgm:pt modelId="{105B3FBC-096A-457D-ADA9-A7AF914828F2}" type="sibTrans" cxnId="{5CFC09F3-0734-45CB-B676-08B6037A8A6B}">
      <dgm:prSet/>
      <dgm:spPr/>
      <dgm:t>
        <a:bodyPr/>
        <a:lstStyle/>
        <a:p>
          <a:endParaRPr lang="en-US"/>
        </a:p>
      </dgm:t>
    </dgm:pt>
    <dgm:pt modelId="{89079493-539A-411D-9DF5-49CB0B4102AC}">
      <dgm:prSet/>
      <dgm:spPr/>
      <dgm:t>
        <a:bodyPr/>
        <a:lstStyle/>
        <a:p>
          <a:r>
            <a:rPr lang="en-US"/>
            <a:t>Monitor and analyze security alerts. </a:t>
          </a:r>
        </a:p>
      </dgm:t>
    </dgm:pt>
    <dgm:pt modelId="{76185573-5EEF-4F95-BF69-0A8A2C0A2D1C}" type="parTrans" cxnId="{695C4F8F-0199-4E1E-A3F5-AEE0E15297D3}">
      <dgm:prSet/>
      <dgm:spPr/>
      <dgm:t>
        <a:bodyPr/>
        <a:lstStyle/>
        <a:p>
          <a:endParaRPr lang="en-US"/>
        </a:p>
      </dgm:t>
    </dgm:pt>
    <dgm:pt modelId="{5FFDB468-9FC6-4B4F-8132-3264CD21AFC6}" type="sibTrans" cxnId="{695C4F8F-0199-4E1E-A3F5-AEE0E15297D3}">
      <dgm:prSet/>
      <dgm:spPr/>
      <dgm:t>
        <a:bodyPr/>
        <a:lstStyle/>
        <a:p>
          <a:endParaRPr lang="en-US"/>
        </a:p>
      </dgm:t>
    </dgm:pt>
    <dgm:pt modelId="{93CD0F2C-855E-47CA-96FE-198854531D32}">
      <dgm:prSet/>
      <dgm:spPr/>
      <dgm:t>
        <a:bodyPr/>
        <a:lstStyle/>
        <a:p>
          <a:r>
            <a:rPr lang="en-US"/>
            <a:t>Document the deployment process.</a:t>
          </a:r>
        </a:p>
      </dgm:t>
    </dgm:pt>
    <dgm:pt modelId="{86D641F8-9DE3-4D31-AC7B-057D285DA491}" type="parTrans" cxnId="{2D873F98-5B67-41C4-83AB-BD8FF51050B3}">
      <dgm:prSet/>
      <dgm:spPr/>
      <dgm:t>
        <a:bodyPr/>
        <a:lstStyle/>
        <a:p>
          <a:endParaRPr lang="en-US"/>
        </a:p>
      </dgm:t>
    </dgm:pt>
    <dgm:pt modelId="{90B7D437-E535-4AFD-8A71-31D829886B23}" type="sibTrans" cxnId="{2D873F98-5B67-41C4-83AB-BD8FF51050B3}">
      <dgm:prSet/>
      <dgm:spPr/>
      <dgm:t>
        <a:bodyPr/>
        <a:lstStyle/>
        <a:p>
          <a:endParaRPr lang="en-US"/>
        </a:p>
      </dgm:t>
    </dgm:pt>
    <dgm:pt modelId="{83E381C1-F8C4-4118-BB2E-B5F299B6225F}" type="pres">
      <dgm:prSet presAssocID="{68A915FE-65CC-4970-89C4-A7E71759A0F5}" presName="Name0" presStyleCnt="0">
        <dgm:presLayoutVars>
          <dgm:dir/>
          <dgm:resizeHandles val="exact"/>
        </dgm:presLayoutVars>
      </dgm:prSet>
      <dgm:spPr/>
    </dgm:pt>
    <dgm:pt modelId="{B1B10B83-F0B6-4692-9A17-7629BB254771}" type="pres">
      <dgm:prSet presAssocID="{04ED47E9-7E3E-46E8-9C37-87ABAF9B57BA}" presName="node" presStyleLbl="node1" presStyleIdx="0" presStyleCnt="7">
        <dgm:presLayoutVars>
          <dgm:bulletEnabled val="1"/>
        </dgm:presLayoutVars>
      </dgm:prSet>
      <dgm:spPr/>
    </dgm:pt>
    <dgm:pt modelId="{47E509AF-175A-4A20-A0E9-41018C52E4DB}" type="pres">
      <dgm:prSet presAssocID="{B2BA5DC9-8562-4D25-B7AF-253A7727082F}" presName="sibTrans" presStyleLbl="sibTrans1D1" presStyleIdx="0" presStyleCnt="6"/>
      <dgm:spPr/>
    </dgm:pt>
    <dgm:pt modelId="{145EE03A-E13F-4846-8CBE-3D9C61127713}" type="pres">
      <dgm:prSet presAssocID="{B2BA5DC9-8562-4D25-B7AF-253A7727082F}" presName="connectorText" presStyleLbl="sibTrans1D1" presStyleIdx="0" presStyleCnt="6"/>
      <dgm:spPr/>
    </dgm:pt>
    <dgm:pt modelId="{7CCD47E1-A889-468E-A3AB-38852FE9E827}" type="pres">
      <dgm:prSet presAssocID="{A790C919-EA8C-49D5-838B-D156171A527B}" presName="node" presStyleLbl="node1" presStyleIdx="1" presStyleCnt="7">
        <dgm:presLayoutVars>
          <dgm:bulletEnabled val="1"/>
        </dgm:presLayoutVars>
      </dgm:prSet>
      <dgm:spPr/>
    </dgm:pt>
    <dgm:pt modelId="{060051FA-962C-4863-80AD-49B898879956}" type="pres">
      <dgm:prSet presAssocID="{E8E84DB7-C5F1-4AFF-B186-37FEC46E010E}" presName="sibTrans" presStyleLbl="sibTrans1D1" presStyleIdx="1" presStyleCnt="6"/>
      <dgm:spPr/>
    </dgm:pt>
    <dgm:pt modelId="{83D978E8-2D85-4FD3-956F-84C8372B7B4F}" type="pres">
      <dgm:prSet presAssocID="{E8E84DB7-C5F1-4AFF-B186-37FEC46E010E}" presName="connectorText" presStyleLbl="sibTrans1D1" presStyleIdx="1" presStyleCnt="6"/>
      <dgm:spPr/>
    </dgm:pt>
    <dgm:pt modelId="{067AE349-E8F8-45E5-ADE8-ED9F2A731863}" type="pres">
      <dgm:prSet presAssocID="{D107DEE0-BC14-4DD1-B48A-14399FC7457D}" presName="node" presStyleLbl="node1" presStyleIdx="2" presStyleCnt="7">
        <dgm:presLayoutVars>
          <dgm:bulletEnabled val="1"/>
        </dgm:presLayoutVars>
      </dgm:prSet>
      <dgm:spPr/>
    </dgm:pt>
    <dgm:pt modelId="{8C3428DF-5EA6-4FFB-9B37-CC7B906B348D}" type="pres">
      <dgm:prSet presAssocID="{CEBF7526-AB9A-4D0D-8C44-48893B255712}" presName="sibTrans" presStyleLbl="sibTrans1D1" presStyleIdx="2" presStyleCnt="6"/>
      <dgm:spPr/>
    </dgm:pt>
    <dgm:pt modelId="{F98CAC67-752D-44AB-8D43-FE0213D3C0A6}" type="pres">
      <dgm:prSet presAssocID="{CEBF7526-AB9A-4D0D-8C44-48893B255712}" presName="connectorText" presStyleLbl="sibTrans1D1" presStyleIdx="2" presStyleCnt="6"/>
      <dgm:spPr/>
    </dgm:pt>
    <dgm:pt modelId="{0929D4C7-BE68-4F5D-8EBB-1BB39126FFDA}" type="pres">
      <dgm:prSet presAssocID="{1EA8BA0A-26E2-430B-8D2D-6701D8D9BC39}" presName="node" presStyleLbl="node1" presStyleIdx="3" presStyleCnt="7">
        <dgm:presLayoutVars>
          <dgm:bulletEnabled val="1"/>
        </dgm:presLayoutVars>
      </dgm:prSet>
      <dgm:spPr/>
    </dgm:pt>
    <dgm:pt modelId="{96940842-E74A-429A-827A-A6E4F552630A}" type="pres">
      <dgm:prSet presAssocID="{AF660651-5AD5-441B-8F71-5F62096DFB25}" presName="sibTrans" presStyleLbl="sibTrans1D1" presStyleIdx="3" presStyleCnt="6"/>
      <dgm:spPr/>
    </dgm:pt>
    <dgm:pt modelId="{89552CF7-955D-4B13-81D2-7FB8028DA776}" type="pres">
      <dgm:prSet presAssocID="{AF660651-5AD5-441B-8F71-5F62096DFB25}" presName="connectorText" presStyleLbl="sibTrans1D1" presStyleIdx="3" presStyleCnt="6"/>
      <dgm:spPr/>
    </dgm:pt>
    <dgm:pt modelId="{3B9913E9-FB2E-4E90-BD66-60F69DCAF2DD}" type="pres">
      <dgm:prSet presAssocID="{6A627FE6-8517-4DEF-BD51-FB073378E8A5}" presName="node" presStyleLbl="node1" presStyleIdx="4" presStyleCnt="7">
        <dgm:presLayoutVars>
          <dgm:bulletEnabled val="1"/>
        </dgm:presLayoutVars>
      </dgm:prSet>
      <dgm:spPr/>
    </dgm:pt>
    <dgm:pt modelId="{72648C76-6219-4031-99AA-6B89D02EFDEC}" type="pres">
      <dgm:prSet presAssocID="{105B3FBC-096A-457D-ADA9-A7AF914828F2}" presName="sibTrans" presStyleLbl="sibTrans1D1" presStyleIdx="4" presStyleCnt="6"/>
      <dgm:spPr/>
    </dgm:pt>
    <dgm:pt modelId="{5973E1A2-C93B-4F52-9185-5F891DA17BBD}" type="pres">
      <dgm:prSet presAssocID="{105B3FBC-096A-457D-ADA9-A7AF914828F2}" presName="connectorText" presStyleLbl="sibTrans1D1" presStyleIdx="4" presStyleCnt="6"/>
      <dgm:spPr/>
    </dgm:pt>
    <dgm:pt modelId="{7B2032E5-94A4-45ED-85CB-DB97EAC37224}" type="pres">
      <dgm:prSet presAssocID="{89079493-539A-411D-9DF5-49CB0B4102AC}" presName="node" presStyleLbl="node1" presStyleIdx="5" presStyleCnt="7">
        <dgm:presLayoutVars>
          <dgm:bulletEnabled val="1"/>
        </dgm:presLayoutVars>
      </dgm:prSet>
      <dgm:spPr/>
    </dgm:pt>
    <dgm:pt modelId="{27CAB752-91D5-4D5B-91E0-8CD7F4BB6304}" type="pres">
      <dgm:prSet presAssocID="{5FFDB468-9FC6-4B4F-8132-3264CD21AFC6}" presName="sibTrans" presStyleLbl="sibTrans1D1" presStyleIdx="5" presStyleCnt="6"/>
      <dgm:spPr/>
    </dgm:pt>
    <dgm:pt modelId="{A76A11C4-54CD-49EA-81C0-28C729A4B232}" type="pres">
      <dgm:prSet presAssocID="{5FFDB468-9FC6-4B4F-8132-3264CD21AFC6}" presName="connectorText" presStyleLbl="sibTrans1D1" presStyleIdx="5" presStyleCnt="6"/>
      <dgm:spPr/>
    </dgm:pt>
    <dgm:pt modelId="{EB89E716-E2F2-4295-B78E-FC038F7C1790}" type="pres">
      <dgm:prSet presAssocID="{93CD0F2C-855E-47CA-96FE-198854531D32}" presName="node" presStyleLbl="node1" presStyleIdx="6" presStyleCnt="7">
        <dgm:presLayoutVars>
          <dgm:bulletEnabled val="1"/>
        </dgm:presLayoutVars>
      </dgm:prSet>
      <dgm:spPr/>
    </dgm:pt>
  </dgm:ptLst>
  <dgm:cxnLst>
    <dgm:cxn modelId="{5572CD01-6D72-4FC8-8E59-5D46A18ED1F0}" type="presOf" srcId="{89079493-539A-411D-9DF5-49CB0B4102AC}" destId="{7B2032E5-94A4-45ED-85CB-DB97EAC37224}" srcOrd="0" destOrd="0" presId="urn:microsoft.com/office/officeart/2016/7/layout/RepeatingBendingProcessNew"/>
    <dgm:cxn modelId="{27B8861B-58AA-4A2B-BA72-2BFD8EA51C14}" type="presOf" srcId="{AF660651-5AD5-441B-8F71-5F62096DFB25}" destId="{96940842-E74A-429A-827A-A6E4F552630A}" srcOrd="0" destOrd="0" presId="urn:microsoft.com/office/officeart/2016/7/layout/RepeatingBendingProcessNew"/>
    <dgm:cxn modelId="{A943B423-F904-438B-9804-FF115FF75F5A}" type="presOf" srcId="{04ED47E9-7E3E-46E8-9C37-87ABAF9B57BA}" destId="{B1B10B83-F0B6-4692-9A17-7629BB254771}" srcOrd="0" destOrd="0" presId="urn:microsoft.com/office/officeart/2016/7/layout/RepeatingBendingProcessNew"/>
    <dgm:cxn modelId="{41202225-B645-47C1-B37C-87B8D45BDEB6}" type="presOf" srcId="{93CD0F2C-855E-47CA-96FE-198854531D32}" destId="{EB89E716-E2F2-4295-B78E-FC038F7C1790}" srcOrd="0" destOrd="0" presId="urn:microsoft.com/office/officeart/2016/7/layout/RepeatingBendingProcessNew"/>
    <dgm:cxn modelId="{DD235146-89E9-4E5E-9D23-D2E095617B7C}" srcId="{68A915FE-65CC-4970-89C4-A7E71759A0F5}" destId="{04ED47E9-7E3E-46E8-9C37-87ABAF9B57BA}" srcOrd="0" destOrd="0" parTransId="{8394B519-282D-4C6D-9315-197F485E909F}" sibTransId="{B2BA5DC9-8562-4D25-B7AF-253A7727082F}"/>
    <dgm:cxn modelId="{3E78EE82-4653-4AD0-B479-40E6E7F530E5}" srcId="{68A915FE-65CC-4970-89C4-A7E71759A0F5}" destId="{A790C919-EA8C-49D5-838B-D156171A527B}" srcOrd="1" destOrd="0" parTransId="{2754875B-E943-4990-ADB8-2C27170B3432}" sibTransId="{E8E84DB7-C5F1-4AFF-B186-37FEC46E010E}"/>
    <dgm:cxn modelId="{84ECB484-ABA4-44C7-9426-EC91524F7452}" type="presOf" srcId="{B2BA5DC9-8562-4D25-B7AF-253A7727082F}" destId="{145EE03A-E13F-4846-8CBE-3D9C61127713}" srcOrd="1" destOrd="0" presId="urn:microsoft.com/office/officeart/2016/7/layout/RepeatingBendingProcessNew"/>
    <dgm:cxn modelId="{456EC987-8BBF-4EA6-AF7B-52FE7CE4BE80}" type="presOf" srcId="{AF660651-5AD5-441B-8F71-5F62096DFB25}" destId="{89552CF7-955D-4B13-81D2-7FB8028DA776}" srcOrd="1" destOrd="0" presId="urn:microsoft.com/office/officeart/2016/7/layout/RepeatingBendingProcessNew"/>
    <dgm:cxn modelId="{4B20D288-42CE-468F-BEA8-5063BD28A14F}" type="presOf" srcId="{E8E84DB7-C5F1-4AFF-B186-37FEC46E010E}" destId="{83D978E8-2D85-4FD3-956F-84C8372B7B4F}" srcOrd="1" destOrd="0" presId="urn:microsoft.com/office/officeart/2016/7/layout/RepeatingBendingProcessNew"/>
    <dgm:cxn modelId="{E144D48D-8592-4026-BF91-76DF1C5D7981}" srcId="{68A915FE-65CC-4970-89C4-A7E71759A0F5}" destId="{1EA8BA0A-26E2-430B-8D2D-6701D8D9BC39}" srcOrd="3" destOrd="0" parTransId="{BAA81C91-28DB-48EB-87F7-E63F3113F967}" sibTransId="{AF660651-5AD5-441B-8F71-5F62096DFB25}"/>
    <dgm:cxn modelId="{695C4F8F-0199-4E1E-A3F5-AEE0E15297D3}" srcId="{68A915FE-65CC-4970-89C4-A7E71759A0F5}" destId="{89079493-539A-411D-9DF5-49CB0B4102AC}" srcOrd="5" destOrd="0" parTransId="{76185573-5EEF-4F95-BF69-0A8A2C0A2D1C}" sibTransId="{5FFDB468-9FC6-4B4F-8132-3264CD21AFC6}"/>
    <dgm:cxn modelId="{387E3290-F5E0-4194-9AAA-92C933D6CFCC}" srcId="{68A915FE-65CC-4970-89C4-A7E71759A0F5}" destId="{D107DEE0-BC14-4DD1-B48A-14399FC7457D}" srcOrd="2" destOrd="0" parTransId="{FDAFCDBB-E0FA-4CDF-AC52-C3F53636ADEA}" sibTransId="{CEBF7526-AB9A-4D0D-8C44-48893B255712}"/>
    <dgm:cxn modelId="{2D873F98-5B67-41C4-83AB-BD8FF51050B3}" srcId="{68A915FE-65CC-4970-89C4-A7E71759A0F5}" destId="{93CD0F2C-855E-47CA-96FE-198854531D32}" srcOrd="6" destOrd="0" parTransId="{86D641F8-9DE3-4D31-AC7B-057D285DA491}" sibTransId="{90B7D437-E535-4AFD-8A71-31D829886B23}"/>
    <dgm:cxn modelId="{E1A55E9F-ED49-4980-A331-9287B1E7487C}" type="presOf" srcId="{CEBF7526-AB9A-4D0D-8C44-48893B255712}" destId="{8C3428DF-5EA6-4FFB-9B37-CC7B906B348D}" srcOrd="0" destOrd="0" presId="urn:microsoft.com/office/officeart/2016/7/layout/RepeatingBendingProcessNew"/>
    <dgm:cxn modelId="{223835A0-2572-44F4-8D9D-B1EB3B6BE2BE}" type="presOf" srcId="{CEBF7526-AB9A-4D0D-8C44-48893B255712}" destId="{F98CAC67-752D-44AB-8D43-FE0213D3C0A6}" srcOrd="1" destOrd="0" presId="urn:microsoft.com/office/officeart/2016/7/layout/RepeatingBendingProcessNew"/>
    <dgm:cxn modelId="{D4F242AB-880E-4042-A7D5-2C8243B3DB10}" type="presOf" srcId="{68A915FE-65CC-4970-89C4-A7E71759A0F5}" destId="{83E381C1-F8C4-4118-BB2E-B5F299B6225F}" srcOrd="0" destOrd="0" presId="urn:microsoft.com/office/officeart/2016/7/layout/RepeatingBendingProcessNew"/>
    <dgm:cxn modelId="{AC0001B1-BAD1-4BC0-A538-FEC5F458FEE8}" type="presOf" srcId="{105B3FBC-096A-457D-ADA9-A7AF914828F2}" destId="{72648C76-6219-4031-99AA-6B89D02EFDEC}" srcOrd="0" destOrd="0" presId="urn:microsoft.com/office/officeart/2016/7/layout/RepeatingBendingProcessNew"/>
    <dgm:cxn modelId="{7A1DFBBD-2CC8-4590-ACF3-2D9295B2825F}" type="presOf" srcId="{E8E84DB7-C5F1-4AFF-B186-37FEC46E010E}" destId="{060051FA-962C-4863-80AD-49B898879956}" srcOrd="0" destOrd="0" presId="urn:microsoft.com/office/officeart/2016/7/layout/RepeatingBendingProcessNew"/>
    <dgm:cxn modelId="{2BCAA2BE-F04B-4E02-9BA9-7FC836736BCA}" type="presOf" srcId="{5FFDB468-9FC6-4B4F-8132-3264CD21AFC6}" destId="{27CAB752-91D5-4D5B-91E0-8CD7F4BB6304}" srcOrd="0" destOrd="0" presId="urn:microsoft.com/office/officeart/2016/7/layout/RepeatingBendingProcessNew"/>
    <dgm:cxn modelId="{EB6CD9C6-1AE0-4A4B-B8C5-20C8BC26E38E}" type="presOf" srcId="{6A627FE6-8517-4DEF-BD51-FB073378E8A5}" destId="{3B9913E9-FB2E-4E90-BD66-60F69DCAF2DD}" srcOrd="0" destOrd="0" presId="urn:microsoft.com/office/officeart/2016/7/layout/RepeatingBendingProcessNew"/>
    <dgm:cxn modelId="{A3AA12C7-FF05-4265-BF82-CAE873BE58C4}" type="presOf" srcId="{A790C919-EA8C-49D5-838B-D156171A527B}" destId="{7CCD47E1-A889-468E-A3AB-38852FE9E827}" srcOrd="0" destOrd="0" presId="urn:microsoft.com/office/officeart/2016/7/layout/RepeatingBendingProcessNew"/>
    <dgm:cxn modelId="{476F1CD9-90C9-487D-AC69-2C3D5C8517CF}" type="presOf" srcId="{1EA8BA0A-26E2-430B-8D2D-6701D8D9BC39}" destId="{0929D4C7-BE68-4F5D-8EBB-1BB39126FFDA}" srcOrd="0" destOrd="0" presId="urn:microsoft.com/office/officeart/2016/7/layout/RepeatingBendingProcessNew"/>
    <dgm:cxn modelId="{BEBC6FDF-14E1-4F47-B145-3C7F276FD6B1}" type="presOf" srcId="{D107DEE0-BC14-4DD1-B48A-14399FC7457D}" destId="{067AE349-E8F8-45E5-ADE8-ED9F2A731863}" srcOrd="0" destOrd="0" presId="urn:microsoft.com/office/officeart/2016/7/layout/RepeatingBendingProcessNew"/>
    <dgm:cxn modelId="{96796BE6-AF20-419A-8942-BC562D821E8C}" type="presOf" srcId="{105B3FBC-096A-457D-ADA9-A7AF914828F2}" destId="{5973E1A2-C93B-4F52-9185-5F891DA17BBD}" srcOrd="1" destOrd="0" presId="urn:microsoft.com/office/officeart/2016/7/layout/RepeatingBendingProcessNew"/>
    <dgm:cxn modelId="{25137BEE-47A0-4F28-9404-B158E17AAF28}" type="presOf" srcId="{5FFDB468-9FC6-4B4F-8132-3264CD21AFC6}" destId="{A76A11C4-54CD-49EA-81C0-28C729A4B232}" srcOrd="1" destOrd="0" presId="urn:microsoft.com/office/officeart/2016/7/layout/RepeatingBendingProcessNew"/>
    <dgm:cxn modelId="{5CFC09F3-0734-45CB-B676-08B6037A8A6B}" srcId="{68A915FE-65CC-4970-89C4-A7E71759A0F5}" destId="{6A627FE6-8517-4DEF-BD51-FB073378E8A5}" srcOrd="4" destOrd="0" parTransId="{D4471787-8B5A-4E94-8865-98646A902947}" sibTransId="{105B3FBC-096A-457D-ADA9-A7AF914828F2}"/>
    <dgm:cxn modelId="{BC1BB9F6-0C22-48B7-9102-8A360D5F7ABE}" type="presOf" srcId="{B2BA5DC9-8562-4D25-B7AF-253A7727082F}" destId="{47E509AF-175A-4A20-A0E9-41018C52E4DB}" srcOrd="0" destOrd="0" presId="urn:microsoft.com/office/officeart/2016/7/layout/RepeatingBendingProcessNew"/>
    <dgm:cxn modelId="{5C8BCAB7-F84D-4655-A42F-73A5635DF0E9}" type="presParOf" srcId="{83E381C1-F8C4-4118-BB2E-B5F299B6225F}" destId="{B1B10B83-F0B6-4692-9A17-7629BB254771}" srcOrd="0" destOrd="0" presId="urn:microsoft.com/office/officeart/2016/7/layout/RepeatingBendingProcessNew"/>
    <dgm:cxn modelId="{287BDFF2-7283-4F2F-8C9D-0D476E73975F}" type="presParOf" srcId="{83E381C1-F8C4-4118-BB2E-B5F299B6225F}" destId="{47E509AF-175A-4A20-A0E9-41018C52E4DB}" srcOrd="1" destOrd="0" presId="urn:microsoft.com/office/officeart/2016/7/layout/RepeatingBendingProcessNew"/>
    <dgm:cxn modelId="{BD3DFFA2-9F0C-4B4A-86D2-1514E49BD12F}" type="presParOf" srcId="{47E509AF-175A-4A20-A0E9-41018C52E4DB}" destId="{145EE03A-E13F-4846-8CBE-3D9C61127713}" srcOrd="0" destOrd="0" presId="urn:microsoft.com/office/officeart/2016/7/layout/RepeatingBendingProcessNew"/>
    <dgm:cxn modelId="{D9EC26C1-F5FD-4AE9-8A1A-F88F5D475289}" type="presParOf" srcId="{83E381C1-F8C4-4118-BB2E-B5F299B6225F}" destId="{7CCD47E1-A889-468E-A3AB-38852FE9E827}" srcOrd="2" destOrd="0" presId="urn:microsoft.com/office/officeart/2016/7/layout/RepeatingBendingProcessNew"/>
    <dgm:cxn modelId="{6C283B15-FB5D-44F5-A510-5114A39B5399}" type="presParOf" srcId="{83E381C1-F8C4-4118-BB2E-B5F299B6225F}" destId="{060051FA-962C-4863-80AD-49B898879956}" srcOrd="3" destOrd="0" presId="urn:microsoft.com/office/officeart/2016/7/layout/RepeatingBendingProcessNew"/>
    <dgm:cxn modelId="{52AC2688-D43B-4E0B-9144-66D855EBFAA2}" type="presParOf" srcId="{060051FA-962C-4863-80AD-49B898879956}" destId="{83D978E8-2D85-4FD3-956F-84C8372B7B4F}" srcOrd="0" destOrd="0" presId="urn:microsoft.com/office/officeart/2016/7/layout/RepeatingBendingProcessNew"/>
    <dgm:cxn modelId="{45325DF7-2642-4A43-85F9-7265355EE1AB}" type="presParOf" srcId="{83E381C1-F8C4-4118-BB2E-B5F299B6225F}" destId="{067AE349-E8F8-45E5-ADE8-ED9F2A731863}" srcOrd="4" destOrd="0" presId="urn:microsoft.com/office/officeart/2016/7/layout/RepeatingBendingProcessNew"/>
    <dgm:cxn modelId="{53E853F1-037D-430D-8825-E44AAC272454}" type="presParOf" srcId="{83E381C1-F8C4-4118-BB2E-B5F299B6225F}" destId="{8C3428DF-5EA6-4FFB-9B37-CC7B906B348D}" srcOrd="5" destOrd="0" presId="urn:microsoft.com/office/officeart/2016/7/layout/RepeatingBendingProcessNew"/>
    <dgm:cxn modelId="{EC4FC9C7-6D0F-4D29-BE72-6F6478F4B2AD}" type="presParOf" srcId="{8C3428DF-5EA6-4FFB-9B37-CC7B906B348D}" destId="{F98CAC67-752D-44AB-8D43-FE0213D3C0A6}" srcOrd="0" destOrd="0" presId="urn:microsoft.com/office/officeart/2016/7/layout/RepeatingBendingProcessNew"/>
    <dgm:cxn modelId="{D04F01E7-E193-4979-9723-7C847E3D3D15}" type="presParOf" srcId="{83E381C1-F8C4-4118-BB2E-B5F299B6225F}" destId="{0929D4C7-BE68-4F5D-8EBB-1BB39126FFDA}" srcOrd="6" destOrd="0" presId="urn:microsoft.com/office/officeart/2016/7/layout/RepeatingBendingProcessNew"/>
    <dgm:cxn modelId="{0E8FD4F4-F3E3-4BF3-85D6-13477BC31413}" type="presParOf" srcId="{83E381C1-F8C4-4118-BB2E-B5F299B6225F}" destId="{96940842-E74A-429A-827A-A6E4F552630A}" srcOrd="7" destOrd="0" presId="urn:microsoft.com/office/officeart/2016/7/layout/RepeatingBendingProcessNew"/>
    <dgm:cxn modelId="{0E8B9AF5-7C37-4F7F-9CAC-F16C10F8B850}" type="presParOf" srcId="{96940842-E74A-429A-827A-A6E4F552630A}" destId="{89552CF7-955D-4B13-81D2-7FB8028DA776}" srcOrd="0" destOrd="0" presId="urn:microsoft.com/office/officeart/2016/7/layout/RepeatingBendingProcessNew"/>
    <dgm:cxn modelId="{2EE8FE22-D385-40B0-B02E-99A6D2374F8C}" type="presParOf" srcId="{83E381C1-F8C4-4118-BB2E-B5F299B6225F}" destId="{3B9913E9-FB2E-4E90-BD66-60F69DCAF2DD}" srcOrd="8" destOrd="0" presId="urn:microsoft.com/office/officeart/2016/7/layout/RepeatingBendingProcessNew"/>
    <dgm:cxn modelId="{396AC85B-F4B4-489C-A1DD-8D7A6F8F7F20}" type="presParOf" srcId="{83E381C1-F8C4-4118-BB2E-B5F299B6225F}" destId="{72648C76-6219-4031-99AA-6B89D02EFDEC}" srcOrd="9" destOrd="0" presId="urn:microsoft.com/office/officeart/2016/7/layout/RepeatingBendingProcessNew"/>
    <dgm:cxn modelId="{8DED35E2-FC30-465B-99EC-F9A99B5374ED}" type="presParOf" srcId="{72648C76-6219-4031-99AA-6B89D02EFDEC}" destId="{5973E1A2-C93B-4F52-9185-5F891DA17BBD}" srcOrd="0" destOrd="0" presId="urn:microsoft.com/office/officeart/2016/7/layout/RepeatingBendingProcessNew"/>
    <dgm:cxn modelId="{7F2065F4-8134-4913-AA8C-8F1589047E82}" type="presParOf" srcId="{83E381C1-F8C4-4118-BB2E-B5F299B6225F}" destId="{7B2032E5-94A4-45ED-85CB-DB97EAC37224}" srcOrd="10" destOrd="0" presId="urn:microsoft.com/office/officeart/2016/7/layout/RepeatingBendingProcessNew"/>
    <dgm:cxn modelId="{630C5828-111F-40BB-AEC3-E6CA680C6CA9}" type="presParOf" srcId="{83E381C1-F8C4-4118-BB2E-B5F299B6225F}" destId="{27CAB752-91D5-4D5B-91E0-8CD7F4BB6304}" srcOrd="11" destOrd="0" presId="urn:microsoft.com/office/officeart/2016/7/layout/RepeatingBendingProcessNew"/>
    <dgm:cxn modelId="{4111E93B-871F-4E36-830B-FA0E58BC77E0}" type="presParOf" srcId="{27CAB752-91D5-4D5B-91E0-8CD7F4BB6304}" destId="{A76A11C4-54CD-49EA-81C0-28C729A4B232}" srcOrd="0" destOrd="0" presId="urn:microsoft.com/office/officeart/2016/7/layout/RepeatingBendingProcessNew"/>
    <dgm:cxn modelId="{43C1E872-0946-4E83-8CBF-492FBD5F3CC2}" type="presParOf" srcId="{83E381C1-F8C4-4118-BB2E-B5F299B6225F}" destId="{EB89E716-E2F2-4295-B78E-FC038F7C1790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03A351-46F7-44A4-8CB2-6E32A9D6DE76}" type="doc">
      <dgm:prSet loTypeId="urn:microsoft.com/office/officeart/2018/layout/CircleProcess" loCatId="simpleprocesssa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D573D4-D1F6-4974-82D1-3DAB05536996}">
      <dgm:prSet/>
      <dgm:spPr/>
      <dgm:t>
        <a:bodyPr/>
        <a:lstStyle/>
        <a:p>
          <a:r>
            <a:rPr lang="en-US"/>
            <a:t>Traffic generated from Kali Linux included:</a:t>
          </a:r>
        </a:p>
      </dgm:t>
    </dgm:pt>
    <dgm:pt modelId="{AC2C175C-FD80-455C-B8A3-BDD0AE409192}" type="parTrans" cxnId="{6C088C85-ACED-4D53-9EF7-E233F5DB342A}">
      <dgm:prSet/>
      <dgm:spPr/>
      <dgm:t>
        <a:bodyPr/>
        <a:lstStyle/>
        <a:p>
          <a:endParaRPr lang="en-US"/>
        </a:p>
      </dgm:t>
    </dgm:pt>
    <dgm:pt modelId="{1B977916-E4A5-4DE0-8BD9-DCAD24557323}" type="sibTrans" cxnId="{6C088C85-ACED-4D53-9EF7-E233F5DB342A}">
      <dgm:prSet/>
      <dgm:spPr/>
      <dgm:t>
        <a:bodyPr/>
        <a:lstStyle/>
        <a:p>
          <a:endParaRPr lang="en-US"/>
        </a:p>
      </dgm:t>
    </dgm:pt>
    <dgm:pt modelId="{D59102EE-E7AD-4D1C-911E-766992EFDD0E}">
      <dgm:prSet/>
      <dgm:spPr/>
      <dgm:t>
        <a:bodyPr/>
        <a:lstStyle/>
        <a:p>
          <a:r>
            <a:rPr lang="en-US"/>
            <a:t>ICMP Ping </a:t>
          </a:r>
        </a:p>
      </dgm:t>
    </dgm:pt>
    <dgm:pt modelId="{038FE5EC-59C5-4B84-8B63-12F11B151803}" type="parTrans" cxnId="{754E8DB1-7976-49C2-9A4D-FBDFCE01F1A0}">
      <dgm:prSet/>
      <dgm:spPr/>
      <dgm:t>
        <a:bodyPr/>
        <a:lstStyle/>
        <a:p>
          <a:endParaRPr lang="en-US"/>
        </a:p>
      </dgm:t>
    </dgm:pt>
    <dgm:pt modelId="{C554F80C-C666-4AF7-813F-A549003AD759}" type="sibTrans" cxnId="{754E8DB1-7976-49C2-9A4D-FBDFCE01F1A0}">
      <dgm:prSet/>
      <dgm:spPr/>
      <dgm:t>
        <a:bodyPr/>
        <a:lstStyle/>
        <a:p>
          <a:endParaRPr lang="en-US"/>
        </a:p>
      </dgm:t>
    </dgm:pt>
    <dgm:pt modelId="{4D79E837-492D-43DD-B205-5544983F51AB}">
      <dgm:prSet/>
      <dgm:spPr/>
      <dgm:t>
        <a:bodyPr/>
        <a:lstStyle/>
        <a:p>
          <a:r>
            <a:rPr lang="en-US"/>
            <a:t>FTP Login </a:t>
          </a:r>
        </a:p>
      </dgm:t>
    </dgm:pt>
    <dgm:pt modelId="{7FD2F655-C85A-437A-8D50-F2FFA3DE24BE}" type="parTrans" cxnId="{E51FF24A-1EA2-41F0-8045-D7B4C6A42F3B}">
      <dgm:prSet/>
      <dgm:spPr/>
      <dgm:t>
        <a:bodyPr/>
        <a:lstStyle/>
        <a:p>
          <a:endParaRPr lang="en-US"/>
        </a:p>
      </dgm:t>
    </dgm:pt>
    <dgm:pt modelId="{85710E15-43BE-4DC2-B293-03C98BE8088F}" type="sibTrans" cxnId="{E51FF24A-1EA2-41F0-8045-D7B4C6A42F3B}">
      <dgm:prSet/>
      <dgm:spPr/>
      <dgm:t>
        <a:bodyPr/>
        <a:lstStyle/>
        <a:p>
          <a:endParaRPr lang="en-US"/>
        </a:p>
      </dgm:t>
    </dgm:pt>
    <dgm:pt modelId="{941184F6-FE9F-4033-8207-946C6BDC567D}">
      <dgm:prSet/>
      <dgm:spPr/>
      <dgm:t>
        <a:bodyPr/>
        <a:lstStyle/>
        <a:p>
          <a:r>
            <a:rPr lang="en-US"/>
            <a:t>HTTP Request </a:t>
          </a:r>
        </a:p>
      </dgm:t>
    </dgm:pt>
    <dgm:pt modelId="{ADDAC0DB-5B22-4B0B-9AD8-74AF71E3EB9A}" type="parTrans" cxnId="{BC3C87A4-C51B-498F-B763-3C91C9BD78BF}">
      <dgm:prSet/>
      <dgm:spPr/>
      <dgm:t>
        <a:bodyPr/>
        <a:lstStyle/>
        <a:p>
          <a:endParaRPr lang="en-US"/>
        </a:p>
      </dgm:t>
    </dgm:pt>
    <dgm:pt modelId="{A5B43F90-6B20-4C0F-8743-363DBFFDE463}" type="sibTrans" cxnId="{BC3C87A4-C51B-498F-B763-3C91C9BD78BF}">
      <dgm:prSet/>
      <dgm:spPr/>
      <dgm:t>
        <a:bodyPr/>
        <a:lstStyle/>
        <a:p>
          <a:endParaRPr lang="en-US"/>
        </a:p>
      </dgm:t>
    </dgm:pt>
    <dgm:pt modelId="{635B84CA-45EA-4355-9A1E-6D59EE1F83F6}">
      <dgm:prSet/>
      <dgm:spPr/>
      <dgm:t>
        <a:bodyPr/>
        <a:lstStyle/>
        <a:p>
          <a:r>
            <a:rPr lang="en-US"/>
            <a:t>DNS Query </a:t>
          </a:r>
        </a:p>
      </dgm:t>
    </dgm:pt>
    <dgm:pt modelId="{8BA91320-4191-4EF8-A4D9-B25366B4673F}" type="parTrans" cxnId="{8ED26B30-D6F1-4B54-8E67-72B03388053B}">
      <dgm:prSet/>
      <dgm:spPr/>
      <dgm:t>
        <a:bodyPr/>
        <a:lstStyle/>
        <a:p>
          <a:endParaRPr lang="en-US"/>
        </a:p>
      </dgm:t>
    </dgm:pt>
    <dgm:pt modelId="{6AC74E17-5593-47CB-A6B7-6F0E3DE57F29}" type="sibTrans" cxnId="{8ED26B30-D6F1-4B54-8E67-72B03388053B}">
      <dgm:prSet/>
      <dgm:spPr/>
      <dgm:t>
        <a:bodyPr/>
        <a:lstStyle/>
        <a:p>
          <a:endParaRPr lang="en-US"/>
        </a:p>
      </dgm:t>
    </dgm:pt>
    <dgm:pt modelId="{DF463EF9-3CBE-47F8-9133-CE735EF96D21}">
      <dgm:prSet/>
      <dgm:spPr/>
      <dgm:t>
        <a:bodyPr/>
        <a:lstStyle/>
        <a:p>
          <a:r>
            <a:rPr lang="en-US"/>
            <a:t>Suricata monitored the traffic and generated alerts.</a:t>
          </a:r>
        </a:p>
      </dgm:t>
    </dgm:pt>
    <dgm:pt modelId="{2CF8F597-8048-4D92-9112-4891E1D6DE1F}" type="parTrans" cxnId="{58678888-DE95-4B49-A006-1180E3045479}">
      <dgm:prSet/>
      <dgm:spPr/>
      <dgm:t>
        <a:bodyPr/>
        <a:lstStyle/>
        <a:p>
          <a:endParaRPr lang="en-US"/>
        </a:p>
      </dgm:t>
    </dgm:pt>
    <dgm:pt modelId="{19533A80-B121-4F0F-B69A-1F54CCE840B8}" type="sibTrans" cxnId="{58678888-DE95-4B49-A006-1180E3045479}">
      <dgm:prSet/>
      <dgm:spPr/>
      <dgm:t>
        <a:bodyPr/>
        <a:lstStyle/>
        <a:p>
          <a:endParaRPr lang="en-US"/>
        </a:p>
      </dgm:t>
    </dgm:pt>
    <dgm:pt modelId="{23928866-2DB7-4750-BE31-180302527107}" type="pres">
      <dgm:prSet presAssocID="{4603A351-46F7-44A4-8CB2-6E32A9D6DE76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3AEF157E-A7AA-45ED-BCA6-574B6D1B3426}" type="pres">
      <dgm:prSet presAssocID="{DF463EF9-3CBE-47F8-9133-CE735EF96D21}" presName="Accent6" presStyleCnt="0"/>
      <dgm:spPr/>
    </dgm:pt>
    <dgm:pt modelId="{8C1C4A17-2ACF-4CD4-A92C-BF273C95BBD5}" type="pres">
      <dgm:prSet presAssocID="{DF463EF9-3CBE-47F8-9133-CE735EF96D21}" presName="Accent" presStyleLbl="node1" presStyleIdx="0" presStyleCnt="12"/>
      <dgm:spPr/>
    </dgm:pt>
    <dgm:pt modelId="{B333545B-1ECA-4BF3-AFA4-2F7352F77CFD}" type="pres">
      <dgm:prSet presAssocID="{DF463EF9-3CBE-47F8-9133-CE735EF96D21}" presName="ParentBackground6" presStyleCnt="0"/>
      <dgm:spPr/>
    </dgm:pt>
    <dgm:pt modelId="{C7850EC6-C9F1-49FA-92B6-56BDDCB3FA2C}" type="pres">
      <dgm:prSet presAssocID="{DF463EF9-3CBE-47F8-9133-CE735EF96D21}" presName="ParentBackground" presStyleLbl="node1" presStyleIdx="1" presStyleCnt="12"/>
      <dgm:spPr/>
    </dgm:pt>
    <dgm:pt modelId="{9A62B081-AC08-4875-9865-BA0791E6247C}" type="pres">
      <dgm:prSet presAssocID="{DF463EF9-3CBE-47F8-9133-CE735EF96D21}" presName="Parent6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DB1BAB91-5C40-49FC-8236-919F65DDD0F5}" type="pres">
      <dgm:prSet presAssocID="{635B84CA-45EA-4355-9A1E-6D59EE1F83F6}" presName="Accent5" presStyleCnt="0"/>
      <dgm:spPr/>
    </dgm:pt>
    <dgm:pt modelId="{8E53F8BC-75FD-4A1A-B011-293615F4862D}" type="pres">
      <dgm:prSet presAssocID="{635B84CA-45EA-4355-9A1E-6D59EE1F83F6}" presName="Accent" presStyleLbl="node1" presStyleIdx="2" presStyleCnt="12"/>
      <dgm:spPr/>
    </dgm:pt>
    <dgm:pt modelId="{F18B00FD-6DF3-4F59-8002-66690AD7EBC3}" type="pres">
      <dgm:prSet presAssocID="{635B84CA-45EA-4355-9A1E-6D59EE1F83F6}" presName="ParentBackground5" presStyleCnt="0"/>
      <dgm:spPr/>
    </dgm:pt>
    <dgm:pt modelId="{1A36F106-1826-4046-894B-B2783F57D7CE}" type="pres">
      <dgm:prSet presAssocID="{635B84CA-45EA-4355-9A1E-6D59EE1F83F6}" presName="ParentBackground" presStyleLbl="node1" presStyleIdx="3" presStyleCnt="12"/>
      <dgm:spPr/>
    </dgm:pt>
    <dgm:pt modelId="{9E13FEC9-A3EE-4592-B573-C285617CFBBF}" type="pres">
      <dgm:prSet presAssocID="{635B84CA-45EA-4355-9A1E-6D59EE1F83F6}" presName="Parent5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5E0B2E29-62B6-4A78-9DDA-F022DFE99CBA}" type="pres">
      <dgm:prSet presAssocID="{941184F6-FE9F-4033-8207-946C6BDC567D}" presName="Accent4" presStyleCnt="0"/>
      <dgm:spPr/>
    </dgm:pt>
    <dgm:pt modelId="{9CC57E01-CA7E-45D8-8E60-CE0FF1DDADC2}" type="pres">
      <dgm:prSet presAssocID="{941184F6-FE9F-4033-8207-946C6BDC567D}" presName="Accent" presStyleLbl="node1" presStyleIdx="4" presStyleCnt="12"/>
      <dgm:spPr/>
    </dgm:pt>
    <dgm:pt modelId="{9C3A83D3-4A5D-4045-9464-450C0862E47A}" type="pres">
      <dgm:prSet presAssocID="{941184F6-FE9F-4033-8207-946C6BDC567D}" presName="ParentBackground4" presStyleCnt="0"/>
      <dgm:spPr/>
    </dgm:pt>
    <dgm:pt modelId="{80FBC813-47D3-400D-A9DC-7F02C6151011}" type="pres">
      <dgm:prSet presAssocID="{941184F6-FE9F-4033-8207-946C6BDC567D}" presName="ParentBackground" presStyleLbl="node1" presStyleIdx="5" presStyleCnt="12"/>
      <dgm:spPr/>
    </dgm:pt>
    <dgm:pt modelId="{BAC8385C-E76E-4D85-85C8-11F6AB91A9CB}" type="pres">
      <dgm:prSet presAssocID="{941184F6-FE9F-4033-8207-946C6BDC567D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AA88DB6A-3998-4BFF-ABBE-2A40812FA843}" type="pres">
      <dgm:prSet presAssocID="{4D79E837-492D-43DD-B205-5544983F51AB}" presName="Accent3" presStyleCnt="0"/>
      <dgm:spPr/>
    </dgm:pt>
    <dgm:pt modelId="{B3B60733-BE03-474E-BE19-2E1882FD8390}" type="pres">
      <dgm:prSet presAssocID="{4D79E837-492D-43DD-B205-5544983F51AB}" presName="Accent" presStyleLbl="node1" presStyleIdx="6" presStyleCnt="12"/>
      <dgm:spPr/>
    </dgm:pt>
    <dgm:pt modelId="{96473AEF-E9FB-4323-AB82-DEF3AA36D647}" type="pres">
      <dgm:prSet presAssocID="{4D79E837-492D-43DD-B205-5544983F51AB}" presName="ParentBackground3" presStyleCnt="0"/>
      <dgm:spPr/>
    </dgm:pt>
    <dgm:pt modelId="{299BC45D-CDB0-433B-B3AF-8A55F9D1E9EA}" type="pres">
      <dgm:prSet presAssocID="{4D79E837-492D-43DD-B205-5544983F51AB}" presName="ParentBackground" presStyleLbl="node1" presStyleIdx="7" presStyleCnt="12"/>
      <dgm:spPr/>
    </dgm:pt>
    <dgm:pt modelId="{8906811C-6A6D-463B-91FF-563CCA541171}" type="pres">
      <dgm:prSet presAssocID="{4D79E837-492D-43DD-B205-5544983F51AB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9C1B4FC2-7E9D-4D94-862A-AA9E780C0247}" type="pres">
      <dgm:prSet presAssocID="{D59102EE-E7AD-4D1C-911E-766992EFDD0E}" presName="Accent2" presStyleCnt="0"/>
      <dgm:spPr/>
    </dgm:pt>
    <dgm:pt modelId="{C6CBB7A3-A30C-4534-A36D-AEBEE24EF215}" type="pres">
      <dgm:prSet presAssocID="{D59102EE-E7AD-4D1C-911E-766992EFDD0E}" presName="Accent" presStyleLbl="node1" presStyleIdx="8" presStyleCnt="12"/>
      <dgm:spPr/>
    </dgm:pt>
    <dgm:pt modelId="{09A8B8EC-25E7-45A6-8EE7-1D9FCF8643C0}" type="pres">
      <dgm:prSet presAssocID="{D59102EE-E7AD-4D1C-911E-766992EFDD0E}" presName="ParentBackground2" presStyleCnt="0"/>
      <dgm:spPr/>
    </dgm:pt>
    <dgm:pt modelId="{2E523D99-0C76-45BD-AFEF-449A7D326C86}" type="pres">
      <dgm:prSet presAssocID="{D59102EE-E7AD-4D1C-911E-766992EFDD0E}" presName="ParentBackground" presStyleLbl="node1" presStyleIdx="9" presStyleCnt="12"/>
      <dgm:spPr/>
    </dgm:pt>
    <dgm:pt modelId="{4FFDB3CC-532C-474E-98F6-F489854C3328}" type="pres">
      <dgm:prSet presAssocID="{D59102EE-E7AD-4D1C-911E-766992EFDD0E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13BE1663-E93A-4F44-9C8D-E785F7856BE7}" type="pres">
      <dgm:prSet presAssocID="{59D573D4-D1F6-4974-82D1-3DAB05536996}" presName="Accent1" presStyleCnt="0"/>
      <dgm:spPr/>
    </dgm:pt>
    <dgm:pt modelId="{BBD4979A-C38C-4E13-83D0-9077E6390457}" type="pres">
      <dgm:prSet presAssocID="{59D573D4-D1F6-4974-82D1-3DAB05536996}" presName="Accent" presStyleLbl="node1" presStyleIdx="10" presStyleCnt="12"/>
      <dgm:spPr/>
    </dgm:pt>
    <dgm:pt modelId="{2F56512C-0F55-4110-B91F-6F512309E8A6}" type="pres">
      <dgm:prSet presAssocID="{59D573D4-D1F6-4974-82D1-3DAB05536996}" presName="ParentBackground1" presStyleCnt="0"/>
      <dgm:spPr/>
    </dgm:pt>
    <dgm:pt modelId="{66C97CDB-FD80-43D5-B870-3A1759135ECF}" type="pres">
      <dgm:prSet presAssocID="{59D573D4-D1F6-4974-82D1-3DAB05536996}" presName="ParentBackground" presStyleLbl="node1" presStyleIdx="11" presStyleCnt="12"/>
      <dgm:spPr/>
    </dgm:pt>
    <dgm:pt modelId="{3141F497-4662-4D1A-ACB7-28F5BDB83E33}" type="pres">
      <dgm:prSet presAssocID="{59D573D4-D1F6-4974-82D1-3DAB05536996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B5CD862A-D0E2-492B-A7BF-2B6122ABC666}" type="presOf" srcId="{941184F6-FE9F-4033-8207-946C6BDC567D}" destId="{80FBC813-47D3-400D-A9DC-7F02C6151011}" srcOrd="0" destOrd="0" presId="urn:microsoft.com/office/officeart/2018/layout/CircleProcess"/>
    <dgm:cxn modelId="{8E64A72D-5932-46DD-B7A6-3D6826DFAAA2}" type="presOf" srcId="{D59102EE-E7AD-4D1C-911E-766992EFDD0E}" destId="{4FFDB3CC-532C-474E-98F6-F489854C3328}" srcOrd="1" destOrd="0" presId="urn:microsoft.com/office/officeart/2018/layout/CircleProcess"/>
    <dgm:cxn modelId="{8ED26B30-D6F1-4B54-8E67-72B03388053B}" srcId="{4603A351-46F7-44A4-8CB2-6E32A9D6DE76}" destId="{635B84CA-45EA-4355-9A1E-6D59EE1F83F6}" srcOrd="4" destOrd="0" parTransId="{8BA91320-4191-4EF8-A4D9-B25366B4673F}" sibTransId="{6AC74E17-5593-47CB-A6B7-6F0E3DE57F29}"/>
    <dgm:cxn modelId="{C29A7B5C-BD6F-414C-8BA7-29E04466C5D6}" type="presOf" srcId="{D59102EE-E7AD-4D1C-911E-766992EFDD0E}" destId="{2E523D99-0C76-45BD-AFEF-449A7D326C86}" srcOrd="0" destOrd="0" presId="urn:microsoft.com/office/officeart/2018/layout/CircleProcess"/>
    <dgm:cxn modelId="{E51FF24A-1EA2-41F0-8045-D7B4C6A42F3B}" srcId="{4603A351-46F7-44A4-8CB2-6E32A9D6DE76}" destId="{4D79E837-492D-43DD-B205-5544983F51AB}" srcOrd="2" destOrd="0" parTransId="{7FD2F655-C85A-437A-8D50-F2FFA3DE24BE}" sibTransId="{85710E15-43BE-4DC2-B293-03C98BE8088F}"/>
    <dgm:cxn modelId="{ED45EB4D-EF63-4053-A3C0-A765E8F456E8}" type="presOf" srcId="{4603A351-46F7-44A4-8CB2-6E32A9D6DE76}" destId="{23928866-2DB7-4750-BE31-180302527107}" srcOrd="0" destOrd="0" presId="urn:microsoft.com/office/officeart/2018/layout/CircleProcess"/>
    <dgm:cxn modelId="{7CC8B675-41D9-4A15-8844-098C3A7ABC7C}" type="presOf" srcId="{635B84CA-45EA-4355-9A1E-6D59EE1F83F6}" destId="{1A36F106-1826-4046-894B-B2783F57D7CE}" srcOrd="0" destOrd="0" presId="urn:microsoft.com/office/officeart/2018/layout/CircleProcess"/>
    <dgm:cxn modelId="{25A45276-C946-4620-B84A-6C3CBA21F908}" type="presOf" srcId="{59D573D4-D1F6-4974-82D1-3DAB05536996}" destId="{3141F497-4662-4D1A-ACB7-28F5BDB83E33}" srcOrd="1" destOrd="0" presId="urn:microsoft.com/office/officeart/2018/layout/CircleProcess"/>
    <dgm:cxn modelId="{6C088C85-ACED-4D53-9EF7-E233F5DB342A}" srcId="{4603A351-46F7-44A4-8CB2-6E32A9D6DE76}" destId="{59D573D4-D1F6-4974-82D1-3DAB05536996}" srcOrd="0" destOrd="0" parTransId="{AC2C175C-FD80-455C-B8A3-BDD0AE409192}" sibTransId="{1B977916-E4A5-4DE0-8BD9-DCAD24557323}"/>
    <dgm:cxn modelId="{58678888-DE95-4B49-A006-1180E3045479}" srcId="{4603A351-46F7-44A4-8CB2-6E32A9D6DE76}" destId="{DF463EF9-3CBE-47F8-9133-CE735EF96D21}" srcOrd="5" destOrd="0" parTransId="{2CF8F597-8048-4D92-9112-4891E1D6DE1F}" sibTransId="{19533A80-B121-4F0F-B69A-1F54CCE840B8}"/>
    <dgm:cxn modelId="{07AB4B97-B495-49B3-A8C0-D296B676DA30}" type="presOf" srcId="{59D573D4-D1F6-4974-82D1-3DAB05536996}" destId="{66C97CDB-FD80-43D5-B870-3A1759135ECF}" srcOrd="0" destOrd="0" presId="urn:microsoft.com/office/officeart/2018/layout/CircleProcess"/>
    <dgm:cxn modelId="{CC758B9A-769A-49DB-AA5C-4E31FD76B4A2}" type="presOf" srcId="{635B84CA-45EA-4355-9A1E-6D59EE1F83F6}" destId="{9E13FEC9-A3EE-4592-B573-C285617CFBBF}" srcOrd="1" destOrd="0" presId="urn:microsoft.com/office/officeart/2018/layout/CircleProcess"/>
    <dgm:cxn modelId="{BC3C87A4-C51B-498F-B763-3C91C9BD78BF}" srcId="{4603A351-46F7-44A4-8CB2-6E32A9D6DE76}" destId="{941184F6-FE9F-4033-8207-946C6BDC567D}" srcOrd="3" destOrd="0" parTransId="{ADDAC0DB-5B22-4B0B-9AD8-74AF71E3EB9A}" sibTransId="{A5B43F90-6B20-4C0F-8743-363DBFFDE463}"/>
    <dgm:cxn modelId="{6145D6AA-8A8E-49C9-B0C3-D569459A1E98}" type="presOf" srcId="{DF463EF9-3CBE-47F8-9133-CE735EF96D21}" destId="{C7850EC6-C9F1-49FA-92B6-56BDDCB3FA2C}" srcOrd="0" destOrd="0" presId="urn:microsoft.com/office/officeart/2018/layout/CircleProcess"/>
    <dgm:cxn modelId="{754E8DB1-7976-49C2-9A4D-FBDFCE01F1A0}" srcId="{4603A351-46F7-44A4-8CB2-6E32A9D6DE76}" destId="{D59102EE-E7AD-4D1C-911E-766992EFDD0E}" srcOrd="1" destOrd="0" parTransId="{038FE5EC-59C5-4B84-8B63-12F11B151803}" sibTransId="{C554F80C-C666-4AF7-813F-A549003AD759}"/>
    <dgm:cxn modelId="{B99BCFE6-EE96-441E-AA66-660B3E449FF4}" type="presOf" srcId="{4D79E837-492D-43DD-B205-5544983F51AB}" destId="{8906811C-6A6D-463B-91FF-563CCA541171}" srcOrd="1" destOrd="0" presId="urn:microsoft.com/office/officeart/2018/layout/CircleProcess"/>
    <dgm:cxn modelId="{316EE1F6-8807-4D3A-9213-C772C86F1812}" type="presOf" srcId="{DF463EF9-3CBE-47F8-9133-CE735EF96D21}" destId="{9A62B081-AC08-4875-9865-BA0791E6247C}" srcOrd="1" destOrd="0" presId="urn:microsoft.com/office/officeart/2018/layout/CircleProcess"/>
    <dgm:cxn modelId="{5D041CF7-705E-4369-BA21-0639DEA6FC41}" type="presOf" srcId="{4D79E837-492D-43DD-B205-5544983F51AB}" destId="{299BC45D-CDB0-433B-B3AF-8A55F9D1E9EA}" srcOrd="0" destOrd="0" presId="urn:microsoft.com/office/officeart/2018/layout/CircleProcess"/>
    <dgm:cxn modelId="{72E6A8FA-A04B-43B3-B320-3D61A08CEB79}" type="presOf" srcId="{941184F6-FE9F-4033-8207-946C6BDC567D}" destId="{BAC8385C-E76E-4D85-85C8-11F6AB91A9CB}" srcOrd="1" destOrd="0" presId="urn:microsoft.com/office/officeart/2018/layout/CircleProcess"/>
    <dgm:cxn modelId="{B0F690CA-7F01-40D4-A471-38B8859C1A17}" type="presParOf" srcId="{23928866-2DB7-4750-BE31-180302527107}" destId="{3AEF157E-A7AA-45ED-BCA6-574B6D1B3426}" srcOrd="0" destOrd="0" presId="urn:microsoft.com/office/officeart/2018/layout/CircleProcess"/>
    <dgm:cxn modelId="{D8648EC7-73A7-48F9-976E-433C0664E8FD}" type="presParOf" srcId="{3AEF157E-A7AA-45ED-BCA6-574B6D1B3426}" destId="{8C1C4A17-2ACF-4CD4-A92C-BF273C95BBD5}" srcOrd="0" destOrd="0" presId="urn:microsoft.com/office/officeart/2018/layout/CircleProcess"/>
    <dgm:cxn modelId="{9231FA05-82FF-4E34-9F61-81766B4EB531}" type="presParOf" srcId="{23928866-2DB7-4750-BE31-180302527107}" destId="{B333545B-1ECA-4BF3-AFA4-2F7352F77CFD}" srcOrd="1" destOrd="0" presId="urn:microsoft.com/office/officeart/2018/layout/CircleProcess"/>
    <dgm:cxn modelId="{B7BF3D60-C151-4EAC-8B5A-C7593426E043}" type="presParOf" srcId="{B333545B-1ECA-4BF3-AFA4-2F7352F77CFD}" destId="{C7850EC6-C9F1-49FA-92B6-56BDDCB3FA2C}" srcOrd="0" destOrd="0" presId="urn:microsoft.com/office/officeart/2018/layout/CircleProcess"/>
    <dgm:cxn modelId="{5EC523A6-F3A1-4E71-BF9F-04DEE85B9E86}" type="presParOf" srcId="{23928866-2DB7-4750-BE31-180302527107}" destId="{9A62B081-AC08-4875-9865-BA0791E6247C}" srcOrd="2" destOrd="0" presId="urn:microsoft.com/office/officeart/2018/layout/CircleProcess"/>
    <dgm:cxn modelId="{0C04EE50-8939-4AC2-8E8A-73CD04C2CC56}" type="presParOf" srcId="{23928866-2DB7-4750-BE31-180302527107}" destId="{DB1BAB91-5C40-49FC-8236-919F65DDD0F5}" srcOrd="3" destOrd="0" presId="urn:microsoft.com/office/officeart/2018/layout/CircleProcess"/>
    <dgm:cxn modelId="{F38B4E87-DD20-4CBE-A2F9-3409E7E4CDA3}" type="presParOf" srcId="{DB1BAB91-5C40-49FC-8236-919F65DDD0F5}" destId="{8E53F8BC-75FD-4A1A-B011-293615F4862D}" srcOrd="0" destOrd="0" presId="urn:microsoft.com/office/officeart/2018/layout/CircleProcess"/>
    <dgm:cxn modelId="{8A9914C6-2FB5-4A69-96BC-E7866286AD9C}" type="presParOf" srcId="{23928866-2DB7-4750-BE31-180302527107}" destId="{F18B00FD-6DF3-4F59-8002-66690AD7EBC3}" srcOrd="4" destOrd="0" presId="urn:microsoft.com/office/officeart/2018/layout/CircleProcess"/>
    <dgm:cxn modelId="{CE7244EE-93D1-493D-913D-166253FF04DB}" type="presParOf" srcId="{F18B00FD-6DF3-4F59-8002-66690AD7EBC3}" destId="{1A36F106-1826-4046-894B-B2783F57D7CE}" srcOrd="0" destOrd="0" presId="urn:microsoft.com/office/officeart/2018/layout/CircleProcess"/>
    <dgm:cxn modelId="{1C8F620A-1309-49E3-9B91-97273FEEBD3D}" type="presParOf" srcId="{23928866-2DB7-4750-BE31-180302527107}" destId="{9E13FEC9-A3EE-4592-B573-C285617CFBBF}" srcOrd="5" destOrd="0" presId="urn:microsoft.com/office/officeart/2018/layout/CircleProcess"/>
    <dgm:cxn modelId="{5A8D0BC0-8C71-4722-B5A9-7955926F9A5C}" type="presParOf" srcId="{23928866-2DB7-4750-BE31-180302527107}" destId="{5E0B2E29-62B6-4A78-9DDA-F022DFE99CBA}" srcOrd="6" destOrd="0" presId="urn:microsoft.com/office/officeart/2018/layout/CircleProcess"/>
    <dgm:cxn modelId="{35A96386-3929-48BB-9D1E-DF5749286CD9}" type="presParOf" srcId="{5E0B2E29-62B6-4A78-9DDA-F022DFE99CBA}" destId="{9CC57E01-CA7E-45D8-8E60-CE0FF1DDADC2}" srcOrd="0" destOrd="0" presId="urn:microsoft.com/office/officeart/2018/layout/CircleProcess"/>
    <dgm:cxn modelId="{F8FD11CA-EFC2-44B8-8813-EBC2FAA2561C}" type="presParOf" srcId="{23928866-2DB7-4750-BE31-180302527107}" destId="{9C3A83D3-4A5D-4045-9464-450C0862E47A}" srcOrd="7" destOrd="0" presId="urn:microsoft.com/office/officeart/2018/layout/CircleProcess"/>
    <dgm:cxn modelId="{429BB3EE-4999-4271-848D-FBBD04FE1275}" type="presParOf" srcId="{9C3A83D3-4A5D-4045-9464-450C0862E47A}" destId="{80FBC813-47D3-400D-A9DC-7F02C6151011}" srcOrd="0" destOrd="0" presId="urn:microsoft.com/office/officeart/2018/layout/CircleProcess"/>
    <dgm:cxn modelId="{98468140-032F-4C42-A37C-30BCC9AD589F}" type="presParOf" srcId="{23928866-2DB7-4750-BE31-180302527107}" destId="{BAC8385C-E76E-4D85-85C8-11F6AB91A9CB}" srcOrd="8" destOrd="0" presId="urn:microsoft.com/office/officeart/2018/layout/CircleProcess"/>
    <dgm:cxn modelId="{6878A48D-5BEC-4A76-824F-147821979480}" type="presParOf" srcId="{23928866-2DB7-4750-BE31-180302527107}" destId="{AA88DB6A-3998-4BFF-ABBE-2A40812FA843}" srcOrd="9" destOrd="0" presId="urn:microsoft.com/office/officeart/2018/layout/CircleProcess"/>
    <dgm:cxn modelId="{61D9070B-23A0-4BA2-A653-A93F0B258D9C}" type="presParOf" srcId="{AA88DB6A-3998-4BFF-ABBE-2A40812FA843}" destId="{B3B60733-BE03-474E-BE19-2E1882FD8390}" srcOrd="0" destOrd="0" presId="urn:microsoft.com/office/officeart/2018/layout/CircleProcess"/>
    <dgm:cxn modelId="{8C682D3C-D045-4335-948D-1D53A8680077}" type="presParOf" srcId="{23928866-2DB7-4750-BE31-180302527107}" destId="{96473AEF-E9FB-4323-AB82-DEF3AA36D647}" srcOrd="10" destOrd="0" presId="urn:microsoft.com/office/officeart/2018/layout/CircleProcess"/>
    <dgm:cxn modelId="{DAE497FD-E2F9-43BC-84BC-EABC88ACBCA2}" type="presParOf" srcId="{96473AEF-E9FB-4323-AB82-DEF3AA36D647}" destId="{299BC45D-CDB0-433B-B3AF-8A55F9D1E9EA}" srcOrd="0" destOrd="0" presId="urn:microsoft.com/office/officeart/2018/layout/CircleProcess"/>
    <dgm:cxn modelId="{F605A68F-C306-4215-83C8-253D9DD26CD9}" type="presParOf" srcId="{23928866-2DB7-4750-BE31-180302527107}" destId="{8906811C-6A6D-463B-91FF-563CCA541171}" srcOrd="11" destOrd="0" presId="urn:microsoft.com/office/officeart/2018/layout/CircleProcess"/>
    <dgm:cxn modelId="{4A4FCBD8-39EB-4DBC-8799-456F73087E07}" type="presParOf" srcId="{23928866-2DB7-4750-BE31-180302527107}" destId="{9C1B4FC2-7E9D-4D94-862A-AA9E780C0247}" srcOrd="12" destOrd="0" presId="urn:microsoft.com/office/officeart/2018/layout/CircleProcess"/>
    <dgm:cxn modelId="{096CDF5A-00EC-4DD6-9F4F-C68B35F0B288}" type="presParOf" srcId="{9C1B4FC2-7E9D-4D94-862A-AA9E780C0247}" destId="{C6CBB7A3-A30C-4534-A36D-AEBEE24EF215}" srcOrd="0" destOrd="0" presId="urn:microsoft.com/office/officeart/2018/layout/CircleProcess"/>
    <dgm:cxn modelId="{588E9235-624F-4EB4-AE1B-7E85D7C50548}" type="presParOf" srcId="{23928866-2DB7-4750-BE31-180302527107}" destId="{09A8B8EC-25E7-45A6-8EE7-1D9FCF8643C0}" srcOrd="13" destOrd="0" presId="urn:microsoft.com/office/officeart/2018/layout/CircleProcess"/>
    <dgm:cxn modelId="{8445C85B-C7E1-4B04-9842-AB9C1A0A3133}" type="presParOf" srcId="{09A8B8EC-25E7-45A6-8EE7-1D9FCF8643C0}" destId="{2E523D99-0C76-45BD-AFEF-449A7D326C86}" srcOrd="0" destOrd="0" presId="urn:microsoft.com/office/officeart/2018/layout/CircleProcess"/>
    <dgm:cxn modelId="{884182AD-CEDA-4009-A956-B56682E72AD3}" type="presParOf" srcId="{23928866-2DB7-4750-BE31-180302527107}" destId="{4FFDB3CC-532C-474E-98F6-F489854C3328}" srcOrd="14" destOrd="0" presId="urn:microsoft.com/office/officeart/2018/layout/CircleProcess"/>
    <dgm:cxn modelId="{87B00C93-BF74-4CBD-8EC0-D24B9ECEE9D2}" type="presParOf" srcId="{23928866-2DB7-4750-BE31-180302527107}" destId="{13BE1663-E93A-4F44-9C8D-E785F7856BE7}" srcOrd="15" destOrd="0" presId="urn:microsoft.com/office/officeart/2018/layout/CircleProcess"/>
    <dgm:cxn modelId="{0F470AFB-F3A4-4A79-8D7C-E4A9AB7BD33C}" type="presParOf" srcId="{13BE1663-E93A-4F44-9C8D-E785F7856BE7}" destId="{BBD4979A-C38C-4E13-83D0-9077E6390457}" srcOrd="0" destOrd="0" presId="urn:microsoft.com/office/officeart/2018/layout/CircleProcess"/>
    <dgm:cxn modelId="{E16DCF38-33E1-4E49-A42B-11F4717D5D97}" type="presParOf" srcId="{23928866-2DB7-4750-BE31-180302527107}" destId="{2F56512C-0F55-4110-B91F-6F512309E8A6}" srcOrd="16" destOrd="0" presId="urn:microsoft.com/office/officeart/2018/layout/CircleProcess"/>
    <dgm:cxn modelId="{24958463-0B6D-458B-8B50-76B49F6DFF8E}" type="presParOf" srcId="{2F56512C-0F55-4110-B91F-6F512309E8A6}" destId="{66C97CDB-FD80-43D5-B870-3A1759135ECF}" srcOrd="0" destOrd="0" presId="urn:microsoft.com/office/officeart/2018/layout/CircleProcess"/>
    <dgm:cxn modelId="{32469E21-61E4-4095-B016-C4D367E20CA7}" type="presParOf" srcId="{23928866-2DB7-4750-BE31-180302527107}" destId="{3141F497-4662-4D1A-ACB7-28F5BDB83E33}" srcOrd="17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DD9DBC-B8CF-4F7A-8ACA-730E77ADB5F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5DD8974-582F-4E09-A5C5-D09ADCA5A7E3}">
      <dgm:prSet/>
      <dgm:spPr/>
      <dgm:t>
        <a:bodyPr/>
        <a:lstStyle/>
        <a:p>
          <a:r>
            <a:rPr lang="en-US"/>
            <a:t>Achievements</a:t>
          </a:r>
        </a:p>
      </dgm:t>
    </dgm:pt>
    <dgm:pt modelId="{302CDF29-5EC8-447C-8DAF-BF8DBCEFE15E}" type="parTrans" cxnId="{A3EA898C-10F6-4BB0-A8D4-A6FA178A17C0}">
      <dgm:prSet/>
      <dgm:spPr/>
      <dgm:t>
        <a:bodyPr/>
        <a:lstStyle/>
        <a:p>
          <a:endParaRPr lang="en-US"/>
        </a:p>
      </dgm:t>
    </dgm:pt>
    <dgm:pt modelId="{24F19071-AD66-4F82-B08E-5750533051F2}" type="sibTrans" cxnId="{A3EA898C-10F6-4BB0-A8D4-A6FA178A17C0}">
      <dgm:prSet/>
      <dgm:spPr/>
      <dgm:t>
        <a:bodyPr/>
        <a:lstStyle/>
        <a:p>
          <a:endParaRPr lang="en-US"/>
        </a:p>
      </dgm:t>
    </dgm:pt>
    <dgm:pt modelId="{70EE2D42-31D7-4BC9-9CA5-EBA4A0C4BCA6}">
      <dgm:prSet/>
      <dgm:spPr/>
      <dgm:t>
        <a:bodyPr/>
        <a:lstStyle/>
        <a:p>
          <a:r>
            <a:rPr lang="en-US"/>
            <a:t>Successfully deployed the IDS. </a:t>
          </a:r>
        </a:p>
      </dgm:t>
    </dgm:pt>
    <dgm:pt modelId="{51B52A2C-4A57-4FCE-A6C7-6CCFA9E2AD90}" type="parTrans" cxnId="{64BBD006-142E-464B-8FEC-5F229AC00077}">
      <dgm:prSet/>
      <dgm:spPr/>
      <dgm:t>
        <a:bodyPr/>
        <a:lstStyle/>
        <a:p>
          <a:endParaRPr lang="en-US"/>
        </a:p>
      </dgm:t>
    </dgm:pt>
    <dgm:pt modelId="{B51AF200-B5DA-4406-A30C-EAEB427E8417}" type="sibTrans" cxnId="{64BBD006-142E-464B-8FEC-5F229AC00077}">
      <dgm:prSet/>
      <dgm:spPr/>
      <dgm:t>
        <a:bodyPr/>
        <a:lstStyle/>
        <a:p>
          <a:endParaRPr lang="en-US"/>
        </a:p>
      </dgm:t>
    </dgm:pt>
    <dgm:pt modelId="{C7021E0E-4095-4975-9442-DE4A4EF993A6}">
      <dgm:prSet/>
      <dgm:spPr/>
      <dgm:t>
        <a:bodyPr/>
        <a:lstStyle/>
        <a:p>
          <a:r>
            <a:rPr lang="en-US"/>
            <a:t>Verified communication between all virtual machines. </a:t>
          </a:r>
        </a:p>
      </dgm:t>
    </dgm:pt>
    <dgm:pt modelId="{C6EB9638-CE04-4881-8C1A-BB399A12D492}" type="parTrans" cxnId="{FC380453-9B2C-44D7-B7A0-F6125EF21BD3}">
      <dgm:prSet/>
      <dgm:spPr/>
      <dgm:t>
        <a:bodyPr/>
        <a:lstStyle/>
        <a:p>
          <a:endParaRPr lang="en-US"/>
        </a:p>
      </dgm:t>
    </dgm:pt>
    <dgm:pt modelId="{69D21B76-FB36-4648-BFC8-6BB0607F2CD6}" type="sibTrans" cxnId="{FC380453-9B2C-44D7-B7A0-F6125EF21BD3}">
      <dgm:prSet/>
      <dgm:spPr/>
      <dgm:t>
        <a:bodyPr/>
        <a:lstStyle/>
        <a:p>
          <a:endParaRPr lang="en-US"/>
        </a:p>
      </dgm:t>
    </dgm:pt>
    <dgm:pt modelId="{E7A0849F-D296-46D2-9C96-2C099CDE10B2}">
      <dgm:prSet/>
      <dgm:spPr/>
      <dgm:t>
        <a:bodyPr/>
        <a:lstStyle/>
        <a:p>
          <a:r>
            <a:rPr lang="en-US"/>
            <a:t>Created custom detection rules. </a:t>
          </a:r>
        </a:p>
      </dgm:t>
    </dgm:pt>
    <dgm:pt modelId="{6665A746-3DD3-4527-88BC-4AEE7653B138}" type="parTrans" cxnId="{8A9481EB-08B2-4624-A742-9E641EBA8E57}">
      <dgm:prSet/>
      <dgm:spPr/>
      <dgm:t>
        <a:bodyPr/>
        <a:lstStyle/>
        <a:p>
          <a:endParaRPr lang="en-US"/>
        </a:p>
      </dgm:t>
    </dgm:pt>
    <dgm:pt modelId="{49AFF1EC-0A61-458F-BFFD-1208ABC0078A}" type="sibTrans" cxnId="{8A9481EB-08B2-4624-A742-9E641EBA8E57}">
      <dgm:prSet/>
      <dgm:spPr/>
      <dgm:t>
        <a:bodyPr/>
        <a:lstStyle/>
        <a:p>
          <a:endParaRPr lang="en-US"/>
        </a:p>
      </dgm:t>
    </dgm:pt>
    <dgm:pt modelId="{46E0AFEB-E8C4-40D1-944C-A08A4EF70CDF}">
      <dgm:prSet/>
      <dgm:spPr/>
      <dgm:t>
        <a:bodyPr/>
        <a:lstStyle/>
        <a:p>
          <a:r>
            <a:rPr lang="en-US"/>
            <a:t>Generated network traffic for testing. </a:t>
          </a:r>
        </a:p>
      </dgm:t>
    </dgm:pt>
    <dgm:pt modelId="{0BA5ACB1-0892-45BA-9AB5-C36782FC994A}" type="parTrans" cxnId="{E2CF1B9B-3B2A-4C7D-BC76-8E7FABB87CE6}">
      <dgm:prSet/>
      <dgm:spPr/>
      <dgm:t>
        <a:bodyPr/>
        <a:lstStyle/>
        <a:p>
          <a:endParaRPr lang="en-US"/>
        </a:p>
      </dgm:t>
    </dgm:pt>
    <dgm:pt modelId="{F9FEEFC7-737A-4153-BD94-F33D632330DF}" type="sibTrans" cxnId="{E2CF1B9B-3B2A-4C7D-BC76-8E7FABB87CE6}">
      <dgm:prSet/>
      <dgm:spPr/>
      <dgm:t>
        <a:bodyPr/>
        <a:lstStyle/>
        <a:p>
          <a:endParaRPr lang="en-US"/>
        </a:p>
      </dgm:t>
    </dgm:pt>
    <dgm:pt modelId="{4C07C9DD-0789-4448-91D0-FCF52242D031}">
      <dgm:prSet/>
      <dgm:spPr/>
      <dgm:t>
        <a:bodyPr/>
        <a:lstStyle/>
        <a:p>
          <a:r>
            <a:rPr lang="en-US"/>
            <a:t>Captured Suricata alerts. </a:t>
          </a:r>
        </a:p>
      </dgm:t>
    </dgm:pt>
    <dgm:pt modelId="{378EFA98-A87A-4099-A8D6-02A56379E50E}" type="parTrans" cxnId="{23DD781B-494C-48D1-9F6A-CEEBB40F1DF0}">
      <dgm:prSet/>
      <dgm:spPr/>
      <dgm:t>
        <a:bodyPr/>
        <a:lstStyle/>
        <a:p>
          <a:endParaRPr lang="en-US"/>
        </a:p>
      </dgm:t>
    </dgm:pt>
    <dgm:pt modelId="{78C68DC6-06AE-4267-9C1F-9FCA59D19BF7}" type="sibTrans" cxnId="{23DD781B-494C-48D1-9F6A-CEEBB40F1DF0}">
      <dgm:prSet/>
      <dgm:spPr/>
      <dgm:t>
        <a:bodyPr/>
        <a:lstStyle/>
        <a:p>
          <a:endParaRPr lang="en-US"/>
        </a:p>
      </dgm:t>
    </dgm:pt>
    <dgm:pt modelId="{58640F46-B848-4A33-A87F-6AE5B9191FC4}">
      <dgm:prSet/>
      <dgm:spPr/>
      <dgm:t>
        <a:bodyPr/>
        <a:lstStyle/>
        <a:p>
          <a:r>
            <a:rPr lang="en-US"/>
            <a:t>Documented troubleshooting activities.</a:t>
          </a:r>
        </a:p>
      </dgm:t>
    </dgm:pt>
    <dgm:pt modelId="{E8334792-1194-4A30-BBEA-C352D7BA31D0}" type="parTrans" cxnId="{4829F73C-EA17-4340-8A3D-FA801C9DAEE6}">
      <dgm:prSet/>
      <dgm:spPr/>
      <dgm:t>
        <a:bodyPr/>
        <a:lstStyle/>
        <a:p>
          <a:endParaRPr lang="en-US"/>
        </a:p>
      </dgm:t>
    </dgm:pt>
    <dgm:pt modelId="{B8EA1E28-81E5-405A-BAAB-6B74A1E0834B}" type="sibTrans" cxnId="{4829F73C-EA17-4340-8A3D-FA801C9DAEE6}">
      <dgm:prSet/>
      <dgm:spPr/>
      <dgm:t>
        <a:bodyPr/>
        <a:lstStyle/>
        <a:p>
          <a:endParaRPr lang="en-US"/>
        </a:p>
      </dgm:t>
    </dgm:pt>
    <dgm:pt modelId="{FE3A8ED9-FEAA-4590-9082-23473DBDE6C6}" type="pres">
      <dgm:prSet presAssocID="{68DD9DBC-B8CF-4F7A-8ACA-730E77ADB5FB}" presName="Name0" presStyleCnt="0">
        <dgm:presLayoutVars>
          <dgm:dir/>
          <dgm:resizeHandles val="exact"/>
        </dgm:presLayoutVars>
      </dgm:prSet>
      <dgm:spPr/>
    </dgm:pt>
    <dgm:pt modelId="{6CCBA96B-DC3F-4B3E-97BA-384C7BB9ABC8}" type="pres">
      <dgm:prSet presAssocID="{E5DD8974-582F-4E09-A5C5-D09ADCA5A7E3}" presName="node" presStyleLbl="node1" presStyleIdx="0" presStyleCnt="7">
        <dgm:presLayoutVars>
          <dgm:bulletEnabled val="1"/>
        </dgm:presLayoutVars>
      </dgm:prSet>
      <dgm:spPr/>
    </dgm:pt>
    <dgm:pt modelId="{91EE3096-95F3-4FAF-A105-BD3AF2DF8CFF}" type="pres">
      <dgm:prSet presAssocID="{24F19071-AD66-4F82-B08E-5750533051F2}" presName="sibTrans" presStyleLbl="sibTrans1D1" presStyleIdx="0" presStyleCnt="6"/>
      <dgm:spPr/>
    </dgm:pt>
    <dgm:pt modelId="{33A788AF-40CF-43AC-998F-440F66512FAE}" type="pres">
      <dgm:prSet presAssocID="{24F19071-AD66-4F82-B08E-5750533051F2}" presName="connectorText" presStyleLbl="sibTrans1D1" presStyleIdx="0" presStyleCnt="6"/>
      <dgm:spPr/>
    </dgm:pt>
    <dgm:pt modelId="{5D091989-3060-4567-87F6-CABF87813073}" type="pres">
      <dgm:prSet presAssocID="{70EE2D42-31D7-4BC9-9CA5-EBA4A0C4BCA6}" presName="node" presStyleLbl="node1" presStyleIdx="1" presStyleCnt="7">
        <dgm:presLayoutVars>
          <dgm:bulletEnabled val="1"/>
        </dgm:presLayoutVars>
      </dgm:prSet>
      <dgm:spPr/>
    </dgm:pt>
    <dgm:pt modelId="{72711639-4725-49D5-8505-DBB6D5573035}" type="pres">
      <dgm:prSet presAssocID="{B51AF200-B5DA-4406-A30C-EAEB427E8417}" presName="sibTrans" presStyleLbl="sibTrans1D1" presStyleIdx="1" presStyleCnt="6"/>
      <dgm:spPr/>
    </dgm:pt>
    <dgm:pt modelId="{395DFD6D-1071-456E-A502-E5F6792D5FCD}" type="pres">
      <dgm:prSet presAssocID="{B51AF200-B5DA-4406-A30C-EAEB427E8417}" presName="connectorText" presStyleLbl="sibTrans1D1" presStyleIdx="1" presStyleCnt="6"/>
      <dgm:spPr/>
    </dgm:pt>
    <dgm:pt modelId="{D43C2732-29B8-4321-9FB5-B0A0904AE63D}" type="pres">
      <dgm:prSet presAssocID="{C7021E0E-4095-4975-9442-DE4A4EF993A6}" presName="node" presStyleLbl="node1" presStyleIdx="2" presStyleCnt="7">
        <dgm:presLayoutVars>
          <dgm:bulletEnabled val="1"/>
        </dgm:presLayoutVars>
      </dgm:prSet>
      <dgm:spPr/>
    </dgm:pt>
    <dgm:pt modelId="{6BEB7F19-4748-4DAB-8BEA-BA2162A69D8D}" type="pres">
      <dgm:prSet presAssocID="{69D21B76-FB36-4648-BFC8-6BB0607F2CD6}" presName="sibTrans" presStyleLbl="sibTrans1D1" presStyleIdx="2" presStyleCnt="6"/>
      <dgm:spPr/>
    </dgm:pt>
    <dgm:pt modelId="{E9DC41D8-F59A-4377-A149-EA8EA2906D92}" type="pres">
      <dgm:prSet presAssocID="{69D21B76-FB36-4648-BFC8-6BB0607F2CD6}" presName="connectorText" presStyleLbl="sibTrans1D1" presStyleIdx="2" presStyleCnt="6"/>
      <dgm:spPr/>
    </dgm:pt>
    <dgm:pt modelId="{03AAF938-88F7-4CEC-81E8-CFBE96CA8A3B}" type="pres">
      <dgm:prSet presAssocID="{E7A0849F-D296-46D2-9C96-2C099CDE10B2}" presName="node" presStyleLbl="node1" presStyleIdx="3" presStyleCnt="7">
        <dgm:presLayoutVars>
          <dgm:bulletEnabled val="1"/>
        </dgm:presLayoutVars>
      </dgm:prSet>
      <dgm:spPr/>
    </dgm:pt>
    <dgm:pt modelId="{C7069BA7-E0F3-4670-BD22-8AEF41C727A3}" type="pres">
      <dgm:prSet presAssocID="{49AFF1EC-0A61-458F-BFFD-1208ABC0078A}" presName="sibTrans" presStyleLbl="sibTrans1D1" presStyleIdx="3" presStyleCnt="6"/>
      <dgm:spPr/>
    </dgm:pt>
    <dgm:pt modelId="{7AF98196-E2D7-43FB-9131-5DD1EA783C35}" type="pres">
      <dgm:prSet presAssocID="{49AFF1EC-0A61-458F-BFFD-1208ABC0078A}" presName="connectorText" presStyleLbl="sibTrans1D1" presStyleIdx="3" presStyleCnt="6"/>
      <dgm:spPr/>
    </dgm:pt>
    <dgm:pt modelId="{5EEAA500-BAF7-4807-9BB4-31EACEEB6314}" type="pres">
      <dgm:prSet presAssocID="{46E0AFEB-E8C4-40D1-944C-A08A4EF70CDF}" presName="node" presStyleLbl="node1" presStyleIdx="4" presStyleCnt="7">
        <dgm:presLayoutVars>
          <dgm:bulletEnabled val="1"/>
        </dgm:presLayoutVars>
      </dgm:prSet>
      <dgm:spPr/>
    </dgm:pt>
    <dgm:pt modelId="{8CE97A77-B3FA-4FBD-ABC4-B519FA35749F}" type="pres">
      <dgm:prSet presAssocID="{F9FEEFC7-737A-4153-BD94-F33D632330DF}" presName="sibTrans" presStyleLbl="sibTrans1D1" presStyleIdx="4" presStyleCnt="6"/>
      <dgm:spPr/>
    </dgm:pt>
    <dgm:pt modelId="{CF884C57-7B0D-455E-8B4F-BA1DB5654604}" type="pres">
      <dgm:prSet presAssocID="{F9FEEFC7-737A-4153-BD94-F33D632330DF}" presName="connectorText" presStyleLbl="sibTrans1D1" presStyleIdx="4" presStyleCnt="6"/>
      <dgm:spPr/>
    </dgm:pt>
    <dgm:pt modelId="{948A552E-6A19-46C8-9684-07E150CB9FE9}" type="pres">
      <dgm:prSet presAssocID="{4C07C9DD-0789-4448-91D0-FCF52242D031}" presName="node" presStyleLbl="node1" presStyleIdx="5" presStyleCnt="7">
        <dgm:presLayoutVars>
          <dgm:bulletEnabled val="1"/>
        </dgm:presLayoutVars>
      </dgm:prSet>
      <dgm:spPr/>
    </dgm:pt>
    <dgm:pt modelId="{F5EFB47C-6118-4C73-94CE-ABB12006F619}" type="pres">
      <dgm:prSet presAssocID="{78C68DC6-06AE-4267-9C1F-9FCA59D19BF7}" presName="sibTrans" presStyleLbl="sibTrans1D1" presStyleIdx="5" presStyleCnt="6"/>
      <dgm:spPr/>
    </dgm:pt>
    <dgm:pt modelId="{3FC82C7D-A73B-453C-B772-668866761FFB}" type="pres">
      <dgm:prSet presAssocID="{78C68DC6-06AE-4267-9C1F-9FCA59D19BF7}" presName="connectorText" presStyleLbl="sibTrans1D1" presStyleIdx="5" presStyleCnt="6"/>
      <dgm:spPr/>
    </dgm:pt>
    <dgm:pt modelId="{BEACB2FE-1045-4F56-AF1D-5E179CFDD3E7}" type="pres">
      <dgm:prSet presAssocID="{58640F46-B848-4A33-A87F-6AE5B9191FC4}" presName="node" presStyleLbl="node1" presStyleIdx="6" presStyleCnt="7">
        <dgm:presLayoutVars>
          <dgm:bulletEnabled val="1"/>
        </dgm:presLayoutVars>
      </dgm:prSet>
      <dgm:spPr/>
    </dgm:pt>
  </dgm:ptLst>
  <dgm:cxnLst>
    <dgm:cxn modelId="{6F8D3A06-4827-4E1D-91F0-20C9C30ADFE1}" type="presOf" srcId="{46E0AFEB-E8C4-40D1-944C-A08A4EF70CDF}" destId="{5EEAA500-BAF7-4807-9BB4-31EACEEB6314}" srcOrd="0" destOrd="0" presId="urn:microsoft.com/office/officeart/2016/7/layout/RepeatingBendingProcessNew"/>
    <dgm:cxn modelId="{64BBD006-142E-464B-8FEC-5F229AC00077}" srcId="{68DD9DBC-B8CF-4F7A-8ACA-730E77ADB5FB}" destId="{70EE2D42-31D7-4BC9-9CA5-EBA4A0C4BCA6}" srcOrd="1" destOrd="0" parTransId="{51B52A2C-4A57-4FCE-A6C7-6CCFA9E2AD90}" sibTransId="{B51AF200-B5DA-4406-A30C-EAEB427E8417}"/>
    <dgm:cxn modelId="{23DD781B-494C-48D1-9F6A-CEEBB40F1DF0}" srcId="{68DD9DBC-B8CF-4F7A-8ACA-730E77ADB5FB}" destId="{4C07C9DD-0789-4448-91D0-FCF52242D031}" srcOrd="5" destOrd="0" parTransId="{378EFA98-A87A-4099-A8D6-02A56379E50E}" sibTransId="{78C68DC6-06AE-4267-9C1F-9FCA59D19BF7}"/>
    <dgm:cxn modelId="{00565232-EB5E-4F19-963D-02C3A4713B1F}" type="presOf" srcId="{70EE2D42-31D7-4BC9-9CA5-EBA4A0C4BCA6}" destId="{5D091989-3060-4567-87F6-CABF87813073}" srcOrd="0" destOrd="0" presId="urn:microsoft.com/office/officeart/2016/7/layout/RepeatingBendingProcessNew"/>
    <dgm:cxn modelId="{8A45A533-814F-4C17-96DD-D59D6C78BF7E}" type="presOf" srcId="{69D21B76-FB36-4648-BFC8-6BB0607F2CD6}" destId="{6BEB7F19-4748-4DAB-8BEA-BA2162A69D8D}" srcOrd="0" destOrd="0" presId="urn:microsoft.com/office/officeart/2016/7/layout/RepeatingBendingProcessNew"/>
    <dgm:cxn modelId="{7049E639-F773-4249-A59B-D474C6E25966}" type="presOf" srcId="{78C68DC6-06AE-4267-9C1F-9FCA59D19BF7}" destId="{3FC82C7D-A73B-453C-B772-668866761FFB}" srcOrd="1" destOrd="0" presId="urn:microsoft.com/office/officeart/2016/7/layout/RepeatingBendingProcessNew"/>
    <dgm:cxn modelId="{4829F73C-EA17-4340-8A3D-FA801C9DAEE6}" srcId="{68DD9DBC-B8CF-4F7A-8ACA-730E77ADB5FB}" destId="{58640F46-B848-4A33-A87F-6AE5B9191FC4}" srcOrd="6" destOrd="0" parTransId="{E8334792-1194-4A30-BBEA-C352D7BA31D0}" sibTransId="{B8EA1E28-81E5-405A-BAAB-6B74A1E0834B}"/>
    <dgm:cxn modelId="{2501FD5B-2D53-4706-B109-4973BD02E0D9}" type="presOf" srcId="{78C68DC6-06AE-4267-9C1F-9FCA59D19BF7}" destId="{F5EFB47C-6118-4C73-94CE-ABB12006F619}" srcOrd="0" destOrd="0" presId="urn:microsoft.com/office/officeart/2016/7/layout/RepeatingBendingProcessNew"/>
    <dgm:cxn modelId="{1F445D41-3506-4D2A-8D9B-F228403D6BE0}" type="presOf" srcId="{4C07C9DD-0789-4448-91D0-FCF52242D031}" destId="{948A552E-6A19-46C8-9684-07E150CB9FE9}" srcOrd="0" destOrd="0" presId="urn:microsoft.com/office/officeart/2016/7/layout/RepeatingBendingProcessNew"/>
    <dgm:cxn modelId="{F0456644-3AF5-4589-AB53-C80E1DAFCAC2}" type="presOf" srcId="{58640F46-B848-4A33-A87F-6AE5B9191FC4}" destId="{BEACB2FE-1045-4F56-AF1D-5E179CFDD3E7}" srcOrd="0" destOrd="0" presId="urn:microsoft.com/office/officeart/2016/7/layout/RepeatingBendingProcessNew"/>
    <dgm:cxn modelId="{72E7424A-5C61-4E13-A0C8-4B89B1A69111}" type="presOf" srcId="{49AFF1EC-0A61-458F-BFFD-1208ABC0078A}" destId="{C7069BA7-E0F3-4670-BD22-8AEF41C727A3}" srcOrd="0" destOrd="0" presId="urn:microsoft.com/office/officeart/2016/7/layout/RepeatingBendingProcessNew"/>
    <dgm:cxn modelId="{168E9251-1CAF-451D-94A2-3AAFF412B565}" type="presOf" srcId="{68DD9DBC-B8CF-4F7A-8ACA-730E77ADB5FB}" destId="{FE3A8ED9-FEAA-4590-9082-23473DBDE6C6}" srcOrd="0" destOrd="0" presId="urn:microsoft.com/office/officeart/2016/7/layout/RepeatingBendingProcessNew"/>
    <dgm:cxn modelId="{FC380453-9B2C-44D7-B7A0-F6125EF21BD3}" srcId="{68DD9DBC-B8CF-4F7A-8ACA-730E77ADB5FB}" destId="{C7021E0E-4095-4975-9442-DE4A4EF993A6}" srcOrd="2" destOrd="0" parTransId="{C6EB9638-CE04-4881-8C1A-BB399A12D492}" sibTransId="{69D21B76-FB36-4648-BFC8-6BB0607F2CD6}"/>
    <dgm:cxn modelId="{FD82947B-1C3C-4ED7-86F6-BD70667DA33B}" type="presOf" srcId="{B51AF200-B5DA-4406-A30C-EAEB427E8417}" destId="{72711639-4725-49D5-8505-DBB6D5573035}" srcOrd="0" destOrd="0" presId="urn:microsoft.com/office/officeart/2016/7/layout/RepeatingBendingProcessNew"/>
    <dgm:cxn modelId="{10FC1683-529F-4B29-8DDE-C5A63A470169}" type="presOf" srcId="{B51AF200-B5DA-4406-A30C-EAEB427E8417}" destId="{395DFD6D-1071-456E-A502-E5F6792D5FCD}" srcOrd="1" destOrd="0" presId="urn:microsoft.com/office/officeart/2016/7/layout/RepeatingBendingProcessNew"/>
    <dgm:cxn modelId="{A3EA898C-10F6-4BB0-A8D4-A6FA178A17C0}" srcId="{68DD9DBC-B8CF-4F7A-8ACA-730E77ADB5FB}" destId="{E5DD8974-582F-4E09-A5C5-D09ADCA5A7E3}" srcOrd="0" destOrd="0" parTransId="{302CDF29-5EC8-447C-8DAF-BF8DBCEFE15E}" sibTransId="{24F19071-AD66-4F82-B08E-5750533051F2}"/>
    <dgm:cxn modelId="{E2CF1B9B-3B2A-4C7D-BC76-8E7FABB87CE6}" srcId="{68DD9DBC-B8CF-4F7A-8ACA-730E77ADB5FB}" destId="{46E0AFEB-E8C4-40D1-944C-A08A4EF70CDF}" srcOrd="4" destOrd="0" parTransId="{0BA5ACB1-0892-45BA-9AB5-C36782FC994A}" sibTransId="{F9FEEFC7-737A-4153-BD94-F33D632330DF}"/>
    <dgm:cxn modelId="{06E614A7-13F7-4561-B051-D151A1BD1691}" type="presOf" srcId="{F9FEEFC7-737A-4153-BD94-F33D632330DF}" destId="{CF884C57-7B0D-455E-8B4F-BA1DB5654604}" srcOrd="1" destOrd="0" presId="urn:microsoft.com/office/officeart/2016/7/layout/RepeatingBendingProcessNew"/>
    <dgm:cxn modelId="{14F3D2B1-4D6A-482C-9FD3-79C6E43924AD}" type="presOf" srcId="{24F19071-AD66-4F82-B08E-5750533051F2}" destId="{91EE3096-95F3-4FAF-A105-BD3AF2DF8CFF}" srcOrd="0" destOrd="0" presId="urn:microsoft.com/office/officeart/2016/7/layout/RepeatingBendingProcessNew"/>
    <dgm:cxn modelId="{F78BC8BB-1BA0-4989-9B2E-5A78248E2914}" type="presOf" srcId="{49AFF1EC-0A61-458F-BFFD-1208ABC0078A}" destId="{7AF98196-E2D7-43FB-9131-5DD1EA783C35}" srcOrd="1" destOrd="0" presId="urn:microsoft.com/office/officeart/2016/7/layout/RepeatingBendingProcessNew"/>
    <dgm:cxn modelId="{FCE41ACF-8357-45F1-A84B-3DE2FBEE854D}" type="presOf" srcId="{C7021E0E-4095-4975-9442-DE4A4EF993A6}" destId="{D43C2732-29B8-4321-9FB5-B0A0904AE63D}" srcOrd="0" destOrd="0" presId="urn:microsoft.com/office/officeart/2016/7/layout/RepeatingBendingProcessNew"/>
    <dgm:cxn modelId="{9AF41FDA-6E57-4108-9EB3-5684DD530C46}" type="presOf" srcId="{E5DD8974-582F-4E09-A5C5-D09ADCA5A7E3}" destId="{6CCBA96B-DC3F-4B3E-97BA-384C7BB9ABC8}" srcOrd="0" destOrd="0" presId="urn:microsoft.com/office/officeart/2016/7/layout/RepeatingBendingProcessNew"/>
    <dgm:cxn modelId="{A47F36EA-7543-484D-80CB-B6C42A5254CB}" type="presOf" srcId="{24F19071-AD66-4F82-B08E-5750533051F2}" destId="{33A788AF-40CF-43AC-998F-440F66512FAE}" srcOrd="1" destOrd="0" presId="urn:microsoft.com/office/officeart/2016/7/layout/RepeatingBendingProcessNew"/>
    <dgm:cxn modelId="{8A9481EB-08B2-4624-A742-9E641EBA8E57}" srcId="{68DD9DBC-B8CF-4F7A-8ACA-730E77ADB5FB}" destId="{E7A0849F-D296-46D2-9C96-2C099CDE10B2}" srcOrd="3" destOrd="0" parTransId="{6665A746-3DD3-4527-88BC-4AEE7653B138}" sibTransId="{49AFF1EC-0A61-458F-BFFD-1208ABC0078A}"/>
    <dgm:cxn modelId="{85C2D1EE-A682-4263-828A-FB9979B5FF0C}" type="presOf" srcId="{E7A0849F-D296-46D2-9C96-2C099CDE10B2}" destId="{03AAF938-88F7-4CEC-81E8-CFBE96CA8A3B}" srcOrd="0" destOrd="0" presId="urn:microsoft.com/office/officeart/2016/7/layout/RepeatingBendingProcessNew"/>
    <dgm:cxn modelId="{0E70D7F1-CB09-45DB-B233-770D53E0BB69}" type="presOf" srcId="{69D21B76-FB36-4648-BFC8-6BB0607F2CD6}" destId="{E9DC41D8-F59A-4377-A149-EA8EA2906D92}" srcOrd="1" destOrd="0" presId="urn:microsoft.com/office/officeart/2016/7/layout/RepeatingBendingProcessNew"/>
    <dgm:cxn modelId="{435F2DFC-12AA-432D-8167-7B7565FAA77D}" type="presOf" srcId="{F9FEEFC7-737A-4153-BD94-F33D632330DF}" destId="{8CE97A77-B3FA-4FBD-ABC4-B519FA35749F}" srcOrd="0" destOrd="0" presId="urn:microsoft.com/office/officeart/2016/7/layout/RepeatingBendingProcessNew"/>
    <dgm:cxn modelId="{3A37A151-7AAD-4F2C-933F-CC4EA3A1C0FD}" type="presParOf" srcId="{FE3A8ED9-FEAA-4590-9082-23473DBDE6C6}" destId="{6CCBA96B-DC3F-4B3E-97BA-384C7BB9ABC8}" srcOrd="0" destOrd="0" presId="urn:microsoft.com/office/officeart/2016/7/layout/RepeatingBendingProcessNew"/>
    <dgm:cxn modelId="{7221D6D9-E233-4DF2-9797-23B4BA65C91A}" type="presParOf" srcId="{FE3A8ED9-FEAA-4590-9082-23473DBDE6C6}" destId="{91EE3096-95F3-4FAF-A105-BD3AF2DF8CFF}" srcOrd="1" destOrd="0" presId="urn:microsoft.com/office/officeart/2016/7/layout/RepeatingBendingProcessNew"/>
    <dgm:cxn modelId="{7A8F802E-C790-408E-AB3C-8094D0F19891}" type="presParOf" srcId="{91EE3096-95F3-4FAF-A105-BD3AF2DF8CFF}" destId="{33A788AF-40CF-43AC-998F-440F66512FAE}" srcOrd="0" destOrd="0" presId="urn:microsoft.com/office/officeart/2016/7/layout/RepeatingBendingProcessNew"/>
    <dgm:cxn modelId="{C5E11F70-540B-4242-88B6-25D53FD94FEB}" type="presParOf" srcId="{FE3A8ED9-FEAA-4590-9082-23473DBDE6C6}" destId="{5D091989-3060-4567-87F6-CABF87813073}" srcOrd="2" destOrd="0" presId="urn:microsoft.com/office/officeart/2016/7/layout/RepeatingBendingProcessNew"/>
    <dgm:cxn modelId="{6774970A-05D6-41B6-B94F-30727D6140D9}" type="presParOf" srcId="{FE3A8ED9-FEAA-4590-9082-23473DBDE6C6}" destId="{72711639-4725-49D5-8505-DBB6D5573035}" srcOrd="3" destOrd="0" presId="urn:microsoft.com/office/officeart/2016/7/layout/RepeatingBendingProcessNew"/>
    <dgm:cxn modelId="{0DA7B480-05AD-4AD4-B607-6FD2D347CA9A}" type="presParOf" srcId="{72711639-4725-49D5-8505-DBB6D5573035}" destId="{395DFD6D-1071-456E-A502-E5F6792D5FCD}" srcOrd="0" destOrd="0" presId="urn:microsoft.com/office/officeart/2016/7/layout/RepeatingBendingProcessNew"/>
    <dgm:cxn modelId="{A9A88B24-025E-4887-8C7E-0767139B098F}" type="presParOf" srcId="{FE3A8ED9-FEAA-4590-9082-23473DBDE6C6}" destId="{D43C2732-29B8-4321-9FB5-B0A0904AE63D}" srcOrd="4" destOrd="0" presId="urn:microsoft.com/office/officeart/2016/7/layout/RepeatingBendingProcessNew"/>
    <dgm:cxn modelId="{FA1702B5-E352-44BC-BCBC-46EC6BBA6473}" type="presParOf" srcId="{FE3A8ED9-FEAA-4590-9082-23473DBDE6C6}" destId="{6BEB7F19-4748-4DAB-8BEA-BA2162A69D8D}" srcOrd="5" destOrd="0" presId="urn:microsoft.com/office/officeart/2016/7/layout/RepeatingBendingProcessNew"/>
    <dgm:cxn modelId="{5A89E8D2-0BA2-4A10-8A50-46DD50B4992A}" type="presParOf" srcId="{6BEB7F19-4748-4DAB-8BEA-BA2162A69D8D}" destId="{E9DC41D8-F59A-4377-A149-EA8EA2906D92}" srcOrd="0" destOrd="0" presId="urn:microsoft.com/office/officeart/2016/7/layout/RepeatingBendingProcessNew"/>
    <dgm:cxn modelId="{ABC94184-8D21-4D38-8141-5B285B6F5575}" type="presParOf" srcId="{FE3A8ED9-FEAA-4590-9082-23473DBDE6C6}" destId="{03AAF938-88F7-4CEC-81E8-CFBE96CA8A3B}" srcOrd="6" destOrd="0" presId="urn:microsoft.com/office/officeart/2016/7/layout/RepeatingBendingProcessNew"/>
    <dgm:cxn modelId="{CCB84579-4378-4D6E-A38B-5BB440089EE6}" type="presParOf" srcId="{FE3A8ED9-FEAA-4590-9082-23473DBDE6C6}" destId="{C7069BA7-E0F3-4670-BD22-8AEF41C727A3}" srcOrd="7" destOrd="0" presId="urn:microsoft.com/office/officeart/2016/7/layout/RepeatingBendingProcessNew"/>
    <dgm:cxn modelId="{DB69DE09-8788-40AD-B011-3B9450696793}" type="presParOf" srcId="{C7069BA7-E0F3-4670-BD22-8AEF41C727A3}" destId="{7AF98196-E2D7-43FB-9131-5DD1EA783C35}" srcOrd="0" destOrd="0" presId="urn:microsoft.com/office/officeart/2016/7/layout/RepeatingBendingProcessNew"/>
    <dgm:cxn modelId="{88235396-D41A-48E0-892F-E9FEBD716DE2}" type="presParOf" srcId="{FE3A8ED9-FEAA-4590-9082-23473DBDE6C6}" destId="{5EEAA500-BAF7-4807-9BB4-31EACEEB6314}" srcOrd="8" destOrd="0" presId="urn:microsoft.com/office/officeart/2016/7/layout/RepeatingBendingProcessNew"/>
    <dgm:cxn modelId="{1B24ED59-C664-4E35-AE52-8FF27823B260}" type="presParOf" srcId="{FE3A8ED9-FEAA-4590-9082-23473DBDE6C6}" destId="{8CE97A77-B3FA-4FBD-ABC4-B519FA35749F}" srcOrd="9" destOrd="0" presId="urn:microsoft.com/office/officeart/2016/7/layout/RepeatingBendingProcessNew"/>
    <dgm:cxn modelId="{0F3B0081-51A6-4CF3-8FB9-4787B4D44742}" type="presParOf" srcId="{8CE97A77-B3FA-4FBD-ABC4-B519FA35749F}" destId="{CF884C57-7B0D-455E-8B4F-BA1DB5654604}" srcOrd="0" destOrd="0" presId="urn:microsoft.com/office/officeart/2016/7/layout/RepeatingBendingProcessNew"/>
    <dgm:cxn modelId="{92F9D9BC-C7CE-4251-8E46-D5BC4D07B960}" type="presParOf" srcId="{FE3A8ED9-FEAA-4590-9082-23473DBDE6C6}" destId="{948A552E-6A19-46C8-9684-07E150CB9FE9}" srcOrd="10" destOrd="0" presId="urn:microsoft.com/office/officeart/2016/7/layout/RepeatingBendingProcessNew"/>
    <dgm:cxn modelId="{10D79818-12F8-47A5-9914-30A402F1E613}" type="presParOf" srcId="{FE3A8ED9-FEAA-4590-9082-23473DBDE6C6}" destId="{F5EFB47C-6118-4C73-94CE-ABB12006F619}" srcOrd="11" destOrd="0" presId="urn:microsoft.com/office/officeart/2016/7/layout/RepeatingBendingProcessNew"/>
    <dgm:cxn modelId="{261870B9-3745-4BD8-AB9A-69C282D6D4C8}" type="presParOf" srcId="{F5EFB47C-6118-4C73-94CE-ABB12006F619}" destId="{3FC82C7D-A73B-453C-B772-668866761FFB}" srcOrd="0" destOrd="0" presId="urn:microsoft.com/office/officeart/2016/7/layout/RepeatingBendingProcessNew"/>
    <dgm:cxn modelId="{B608066C-8FB8-4336-85B9-D107DFC29F20}" type="presParOf" srcId="{FE3A8ED9-FEAA-4590-9082-23473DBDE6C6}" destId="{BEACB2FE-1045-4F56-AF1D-5E179CFDD3E7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FAEF0A-557A-4E50-A0FE-562A3EE9E46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114DE2-EFAF-4417-99D1-0EC229332CE1}">
      <dgm:prSet/>
      <dgm:spPr/>
      <dgm:t>
        <a:bodyPr/>
        <a:lstStyle/>
        <a:p>
          <a:pPr>
            <a:defRPr cap="all"/>
          </a:pPr>
          <a:r>
            <a:rPr lang="en-US"/>
            <a:t>Thank You</a:t>
          </a:r>
        </a:p>
      </dgm:t>
    </dgm:pt>
    <dgm:pt modelId="{9F475BA6-2E06-4075-A6DE-A6CFCED0B832}" type="parTrans" cxnId="{7901A8C7-F258-43FF-ADC1-CB12EB42273D}">
      <dgm:prSet/>
      <dgm:spPr/>
      <dgm:t>
        <a:bodyPr/>
        <a:lstStyle/>
        <a:p>
          <a:endParaRPr lang="en-US"/>
        </a:p>
      </dgm:t>
    </dgm:pt>
    <dgm:pt modelId="{F35873C2-3B98-4E76-9189-CF5C7AEB4AD4}" type="sibTrans" cxnId="{7901A8C7-F258-43FF-ADC1-CB12EB42273D}">
      <dgm:prSet/>
      <dgm:spPr/>
      <dgm:t>
        <a:bodyPr/>
        <a:lstStyle/>
        <a:p>
          <a:endParaRPr lang="en-US"/>
        </a:p>
      </dgm:t>
    </dgm:pt>
    <dgm:pt modelId="{D3A613D1-B48B-43FD-886A-D2C07DE79D0E}">
      <dgm:prSet/>
      <dgm:spPr/>
      <dgm:t>
        <a:bodyPr/>
        <a:lstStyle/>
        <a:p>
          <a:pPr>
            <a:defRPr cap="all"/>
          </a:pPr>
          <a:r>
            <a:rPr lang="en-US" b="1"/>
            <a:t>Questions and Answers</a:t>
          </a:r>
          <a:endParaRPr lang="en-US"/>
        </a:p>
      </dgm:t>
    </dgm:pt>
    <dgm:pt modelId="{C1D916EF-CEB5-4A63-A80B-DBE0362ADCA0}" type="parTrans" cxnId="{C3D95DFE-9366-448A-A002-8BAB95BAF1B6}">
      <dgm:prSet/>
      <dgm:spPr/>
      <dgm:t>
        <a:bodyPr/>
        <a:lstStyle/>
        <a:p>
          <a:endParaRPr lang="en-US"/>
        </a:p>
      </dgm:t>
    </dgm:pt>
    <dgm:pt modelId="{565CBA02-4B0B-4C3A-8290-613D5DED1031}" type="sibTrans" cxnId="{C3D95DFE-9366-448A-A002-8BAB95BAF1B6}">
      <dgm:prSet/>
      <dgm:spPr/>
      <dgm:t>
        <a:bodyPr/>
        <a:lstStyle/>
        <a:p>
          <a:endParaRPr lang="en-US"/>
        </a:p>
      </dgm:t>
    </dgm:pt>
    <dgm:pt modelId="{580D1C55-8905-48C9-B3B1-8DD5C8E2EA2D}">
      <dgm:prSet/>
      <dgm:spPr/>
      <dgm:t>
        <a:bodyPr/>
        <a:lstStyle/>
        <a:p>
          <a:pPr>
            <a:defRPr cap="all"/>
          </a:pPr>
          <a:r>
            <a:rPr lang="en-US" b="1"/>
            <a:t>Presented by</a:t>
          </a:r>
          <a:endParaRPr lang="en-US"/>
        </a:p>
      </dgm:t>
    </dgm:pt>
    <dgm:pt modelId="{A2B1011D-D365-433D-9EB4-9AC2085188BD}" type="parTrans" cxnId="{5FA59531-84B9-4208-BBA0-61BACF5E69E5}">
      <dgm:prSet/>
      <dgm:spPr/>
      <dgm:t>
        <a:bodyPr/>
        <a:lstStyle/>
        <a:p>
          <a:endParaRPr lang="en-US"/>
        </a:p>
      </dgm:t>
    </dgm:pt>
    <dgm:pt modelId="{1C7840DE-6837-42D0-84D1-C574AC9CE73D}" type="sibTrans" cxnId="{5FA59531-84B9-4208-BBA0-61BACF5E69E5}">
      <dgm:prSet/>
      <dgm:spPr/>
      <dgm:t>
        <a:bodyPr/>
        <a:lstStyle/>
        <a:p>
          <a:endParaRPr lang="en-US"/>
        </a:p>
      </dgm:t>
    </dgm:pt>
    <dgm:pt modelId="{CA2960E1-C2A4-45BC-AA32-E9C7961A3AFF}">
      <dgm:prSet/>
      <dgm:spPr/>
      <dgm:t>
        <a:bodyPr/>
        <a:lstStyle/>
        <a:p>
          <a:pPr>
            <a:defRPr cap="all"/>
          </a:pPr>
          <a:r>
            <a:rPr lang="en-US" b="1"/>
            <a:t>Blue team, group 4</a:t>
          </a:r>
          <a:endParaRPr lang="en-US"/>
        </a:p>
      </dgm:t>
    </dgm:pt>
    <dgm:pt modelId="{ED075A29-307E-4096-9897-6CA4479CFA3D}" type="parTrans" cxnId="{1A1DA21E-B689-4423-A265-A8A82D4CC179}">
      <dgm:prSet/>
      <dgm:spPr/>
      <dgm:t>
        <a:bodyPr/>
        <a:lstStyle/>
        <a:p>
          <a:endParaRPr lang="en-US"/>
        </a:p>
      </dgm:t>
    </dgm:pt>
    <dgm:pt modelId="{D5BEC2D0-E710-48E7-AA66-18387180B441}" type="sibTrans" cxnId="{1A1DA21E-B689-4423-A265-A8A82D4CC179}">
      <dgm:prSet/>
      <dgm:spPr/>
      <dgm:t>
        <a:bodyPr/>
        <a:lstStyle/>
        <a:p>
          <a:endParaRPr lang="en-US"/>
        </a:p>
      </dgm:t>
    </dgm:pt>
    <dgm:pt modelId="{997CB463-2EA6-41B8-9863-5FDEA3B5BE55}" type="pres">
      <dgm:prSet presAssocID="{07FAEF0A-557A-4E50-A0FE-562A3EE9E46C}" presName="root" presStyleCnt="0">
        <dgm:presLayoutVars>
          <dgm:dir/>
          <dgm:resizeHandles val="exact"/>
        </dgm:presLayoutVars>
      </dgm:prSet>
      <dgm:spPr/>
    </dgm:pt>
    <dgm:pt modelId="{501A3FA0-79A2-480B-A0AD-09F48A00FDC7}" type="pres">
      <dgm:prSet presAssocID="{3A114DE2-EFAF-4417-99D1-0EC229332CE1}" presName="compNode" presStyleCnt="0"/>
      <dgm:spPr/>
    </dgm:pt>
    <dgm:pt modelId="{C5EB08D6-92ED-462A-B420-AF7CD2821CE6}" type="pres">
      <dgm:prSet presAssocID="{3A114DE2-EFAF-4417-99D1-0EC229332CE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E692D2F-090C-4F9A-B591-1864D17EA836}" type="pres">
      <dgm:prSet presAssocID="{3A114DE2-EFAF-4417-99D1-0EC229332CE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44377E1-A0B3-46CB-BAD2-04A9F97D2058}" type="pres">
      <dgm:prSet presAssocID="{3A114DE2-EFAF-4417-99D1-0EC229332CE1}" presName="spaceRect" presStyleCnt="0"/>
      <dgm:spPr/>
    </dgm:pt>
    <dgm:pt modelId="{CA91EE66-E20B-45B4-87A8-F07847390654}" type="pres">
      <dgm:prSet presAssocID="{3A114DE2-EFAF-4417-99D1-0EC229332CE1}" presName="textRect" presStyleLbl="revTx" presStyleIdx="0" presStyleCnt="4">
        <dgm:presLayoutVars>
          <dgm:chMax val="1"/>
          <dgm:chPref val="1"/>
        </dgm:presLayoutVars>
      </dgm:prSet>
      <dgm:spPr/>
    </dgm:pt>
    <dgm:pt modelId="{DE2388E3-4FF3-4DDD-8BDE-2AF2DE266065}" type="pres">
      <dgm:prSet presAssocID="{F35873C2-3B98-4E76-9189-CF5C7AEB4AD4}" presName="sibTrans" presStyleCnt="0"/>
      <dgm:spPr/>
    </dgm:pt>
    <dgm:pt modelId="{B819CA4D-E074-4B84-A89E-8DC00684BF17}" type="pres">
      <dgm:prSet presAssocID="{D3A613D1-B48B-43FD-886A-D2C07DE79D0E}" presName="compNode" presStyleCnt="0"/>
      <dgm:spPr/>
    </dgm:pt>
    <dgm:pt modelId="{0EB16908-60E2-4025-9FAF-507595E2B7C9}" type="pres">
      <dgm:prSet presAssocID="{D3A613D1-B48B-43FD-886A-D2C07DE79D0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B879237-926A-4598-9717-08E883C597A6}" type="pres">
      <dgm:prSet presAssocID="{D3A613D1-B48B-43FD-886A-D2C07DE79D0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3E1ABA9F-C659-4DC5-B4EF-F4DC5702E1DC}" type="pres">
      <dgm:prSet presAssocID="{D3A613D1-B48B-43FD-886A-D2C07DE79D0E}" presName="spaceRect" presStyleCnt="0"/>
      <dgm:spPr/>
    </dgm:pt>
    <dgm:pt modelId="{7610BF09-6319-4992-A446-CDAAB8258F50}" type="pres">
      <dgm:prSet presAssocID="{D3A613D1-B48B-43FD-886A-D2C07DE79D0E}" presName="textRect" presStyleLbl="revTx" presStyleIdx="1" presStyleCnt="4">
        <dgm:presLayoutVars>
          <dgm:chMax val="1"/>
          <dgm:chPref val="1"/>
        </dgm:presLayoutVars>
      </dgm:prSet>
      <dgm:spPr/>
    </dgm:pt>
    <dgm:pt modelId="{F27DE9A9-AE5D-44D6-822F-8E48CEEE3141}" type="pres">
      <dgm:prSet presAssocID="{565CBA02-4B0B-4C3A-8290-613D5DED1031}" presName="sibTrans" presStyleCnt="0"/>
      <dgm:spPr/>
    </dgm:pt>
    <dgm:pt modelId="{A5C5AFF9-D63F-4131-BA09-1A102BA8F75E}" type="pres">
      <dgm:prSet presAssocID="{580D1C55-8905-48C9-B3B1-8DD5C8E2EA2D}" presName="compNode" presStyleCnt="0"/>
      <dgm:spPr/>
    </dgm:pt>
    <dgm:pt modelId="{C0386253-9D4C-40E0-A813-2FD18D90FC5B}" type="pres">
      <dgm:prSet presAssocID="{580D1C55-8905-48C9-B3B1-8DD5C8E2EA2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27A9474-E2BA-499E-8625-4A257BE842BE}" type="pres">
      <dgm:prSet presAssocID="{580D1C55-8905-48C9-B3B1-8DD5C8E2EA2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ightLoss"/>
        </a:ext>
      </dgm:extLst>
    </dgm:pt>
    <dgm:pt modelId="{A6ABB8D2-3DDF-4C46-B632-2F2BB18C035D}" type="pres">
      <dgm:prSet presAssocID="{580D1C55-8905-48C9-B3B1-8DD5C8E2EA2D}" presName="spaceRect" presStyleCnt="0"/>
      <dgm:spPr/>
    </dgm:pt>
    <dgm:pt modelId="{12321D75-418A-4714-976A-4D3C905A75CE}" type="pres">
      <dgm:prSet presAssocID="{580D1C55-8905-48C9-B3B1-8DD5C8E2EA2D}" presName="textRect" presStyleLbl="revTx" presStyleIdx="2" presStyleCnt="4">
        <dgm:presLayoutVars>
          <dgm:chMax val="1"/>
          <dgm:chPref val="1"/>
        </dgm:presLayoutVars>
      </dgm:prSet>
      <dgm:spPr/>
    </dgm:pt>
    <dgm:pt modelId="{A18F56DE-2A16-424B-8AD4-78706C8C8FF6}" type="pres">
      <dgm:prSet presAssocID="{1C7840DE-6837-42D0-84D1-C574AC9CE73D}" presName="sibTrans" presStyleCnt="0"/>
      <dgm:spPr/>
    </dgm:pt>
    <dgm:pt modelId="{F49F2FBC-5FFF-430B-8AFC-3C09EA7B804D}" type="pres">
      <dgm:prSet presAssocID="{CA2960E1-C2A4-45BC-AA32-E9C7961A3AFF}" presName="compNode" presStyleCnt="0"/>
      <dgm:spPr/>
    </dgm:pt>
    <dgm:pt modelId="{1A0D3647-26FC-4BD5-A9B0-44623A56841A}" type="pres">
      <dgm:prSet presAssocID="{CA2960E1-C2A4-45BC-AA32-E9C7961A3AF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93027E2-3F19-4E9F-A2CD-279A00195DB5}" type="pres">
      <dgm:prSet presAssocID="{CA2960E1-C2A4-45BC-AA32-E9C7961A3AF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09742BFE-C73A-4D5D-B1A1-7E377CA5D05E}" type="pres">
      <dgm:prSet presAssocID="{CA2960E1-C2A4-45BC-AA32-E9C7961A3AFF}" presName="spaceRect" presStyleCnt="0"/>
      <dgm:spPr/>
    </dgm:pt>
    <dgm:pt modelId="{CC5671F1-9460-43E4-950D-2DB8B4F71EC2}" type="pres">
      <dgm:prSet presAssocID="{CA2960E1-C2A4-45BC-AA32-E9C7961A3AF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A1DA21E-B689-4423-A265-A8A82D4CC179}" srcId="{07FAEF0A-557A-4E50-A0FE-562A3EE9E46C}" destId="{CA2960E1-C2A4-45BC-AA32-E9C7961A3AFF}" srcOrd="3" destOrd="0" parTransId="{ED075A29-307E-4096-9897-6CA4479CFA3D}" sibTransId="{D5BEC2D0-E710-48E7-AA66-18387180B441}"/>
    <dgm:cxn modelId="{5FA59531-84B9-4208-BBA0-61BACF5E69E5}" srcId="{07FAEF0A-557A-4E50-A0FE-562A3EE9E46C}" destId="{580D1C55-8905-48C9-B3B1-8DD5C8E2EA2D}" srcOrd="2" destOrd="0" parTransId="{A2B1011D-D365-433D-9EB4-9AC2085188BD}" sibTransId="{1C7840DE-6837-42D0-84D1-C574AC9CE73D}"/>
    <dgm:cxn modelId="{6CC96566-F7FA-4F5A-A5B3-C64EF547E621}" type="presOf" srcId="{07FAEF0A-557A-4E50-A0FE-562A3EE9E46C}" destId="{997CB463-2EA6-41B8-9863-5FDEA3B5BE55}" srcOrd="0" destOrd="0" presId="urn:microsoft.com/office/officeart/2018/5/layout/IconLeafLabelList"/>
    <dgm:cxn modelId="{A8C3D77A-FA6D-4FD5-AFB8-2BD1605617CA}" type="presOf" srcId="{3A114DE2-EFAF-4417-99D1-0EC229332CE1}" destId="{CA91EE66-E20B-45B4-87A8-F07847390654}" srcOrd="0" destOrd="0" presId="urn:microsoft.com/office/officeart/2018/5/layout/IconLeafLabelList"/>
    <dgm:cxn modelId="{70AE8A92-1480-4EF9-A5A1-5464D28FFAC3}" type="presOf" srcId="{D3A613D1-B48B-43FD-886A-D2C07DE79D0E}" destId="{7610BF09-6319-4992-A446-CDAAB8258F50}" srcOrd="0" destOrd="0" presId="urn:microsoft.com/office/officeart/2018/5/layout/IconLeafLabelList"/>
    <dgm:cxn modelId="{3D2CBAB8-83E4-4661-A35A-00586EA78D41}" type="presOf" srcId="{CA2960E1-C2A4-45BC-AA32-E9C7961A3AFF}" destId="{CC5671F1-9460-43E4-950D-2DB8B4F71EC2}" srcOrd="0" destOrd="0" presId="urn:microsoft.com/office/officeart/2018/5/layout/IconLeafLabelList"/>
    <dgm:cxn modelId="{CCBE4BBC-D8D8-40AA-8DD4-2C753CF9548F}" type="presOf" srcId="{580D1C55-8905-48C9-B3B1-8DD5C8E2EA2D}" destId="{12321D75-418A-4714-976A-4D3C905A75CE}" srcOrd="0" destOrd="0" presId="urn:microsoft.com/office/officeart/2018/5/layout/IconLeafLabelList"/>
    <dgm:cxn modelId="{7901A8C7-F258-43FF-ADC1-CB12EB42273D}" srcId="{07FAEF0A-557A-4E50-A0FE-562A3EE9E46C}" destId="{3A114DE2-EFAF-4417-99D1-0EC229332CE1}" srcOrd="0" destOrd="0" parTransId="{9F475BA6-2E06-4075-A6DE-A6CFCED0B832}" sibTransId="{F35873C2-3B98-4E76-9189-CF5C7AEB4AD4}"/>
    <dgm:cxn modelId="{C3D95DFE-9366-448A-A002-8BAB95BAF1B6}" srcId="{07FAEF0A-557A-4E50-A0FE-562A3EE9E46C}" destId="{D3A613D1-B48B-43FD-886A-D2C07DE79D0E}" srcOrd="1" destOrd="0" parTransId="{C1D916EF-CEB5-4A63-A80B-DBE0362ADCA0}" sibTransId="{565CBA02-4B0B-4C3A-8290-613D5DED1031}"/>
    <dgm:cxn modelId="{4D4A46A3-2507-48BF-B755-FDA8C978F425}" type="presParOf" srcId="{997CB463-2EA6-41B8-9863-5FDEA3B5BE55}" destId="{501A3FA0-79A2-480B-A0AD-09F48A00FDC7}" srcOrd="0" destOrd="0" presId="urn:microsoft.com/office/officeart/2018/5/layout/IconLeafLabelList"/>
    <dgm:cxn modelId="{3229130E-8DD7-4FF3-86AB-CC05EEF22F37}" type="presParOf" srcId="{501A3FA0-79A2-480B-A0AD-09F48A00FDC7}" destId="{C5EB08D6-92ED-462A-B420-AF7CD2821CE6}" srcOrd="0" destOrd="0" presId="urn:microsoft.com/office/officeart/2018/5/layout/IconLeafLabelList"/>
    <dgm:cxn modelId="{D23D93B0-9B8A-466C-9E0B-009E6DC25922}" type="presParOf" srcId="{501A3FA0-79A2-480B-A0AD-09F48A00FDC7}" destId="{8E692D2F-090C-4F9A-B591-1864D17EA836}" srcOrd="1" destOrd="0" presId="urn:microsoft.com/office/officeart/2018/5/layout/IconLeafLabelList"/>
    <dgm:cxn modelId="{E7F14AA2-3946-4614-9D11-C115AB2DAF79}" type="presParOf" srcId="{501A3FA0-79A2-480B-A0AD-09F48A00FDC7}" destId="{344377E1-A0B3-46CB-BAD2-04A9F97D2058}" srcOrd="2" destOrd="0" presId="urn:microsoft.com/office/officeart/2018/5/layout/IconLeafLabelList"/>
    <dgm:cxn modelId="{FF7A30EE-48B5-42E6-B70A-1C9A90B61FCD}" type="presParOf" srcId="{501A3FA0-79A2-480B-A0AD-09F48A00FDC7}" destId="{CA91EE66-E20B-45B4-87A8-F07847390654}" srcOrd="3" destOrd="0" presId="urn:microsoft.com/office/officeart/2018/5/layout/IconLeafLabelList"/>
    <dgm:cxn modelId="{C96F07DC-0FBF-4278-B2E5-37E633503614}" type="presParOf" srcId="{997CB463-2EA6-41B8-9863-5FDEA3B5BE55}" destId="{DE2388E3-4FF3-4DDD-8BDE-2AF2DE266065}" srcOrd="1" destOrd="0" presId="urn:microsoft.com/office/officeart/2018/5/layout/IconLeafLabelList"/>
    <dgm:cxn modelId="{0BE5116E-5488-42D3-9D7F-9F26765A70F1}" type="presParOf" srcId="{997CB463-2EA6-41B8-9863-5FDEA3B5BE55}" destId="{B819CA4D-E074-4B84-A89E-8DC00684BF17}" srcOrd="2" destOrd="0" presId="urn:microsoft.com/office/officeart/2018/5/layout/IconLeafLabelList"/>
    <dgm:cxn modelId="{2319F4AA-B324-4BB5-AE53-ACEE865B986B}" type="presParOf" srcId="{B819CA4D-E074-4B84-A89E-8DC00684BF17}" destId="{0EB16908-60E2-4025-9FAF-507595E2B7C9}" srcOrd="0" destOrd="0" presId="urn:microsoft.com/office/officeart/2018/5/layout/IconLeafLabelList"/>
    <dgm:cxn modelId="{AF3E2407-1003-4899-891D-4E71B5FD2DF4}" type="presParOf" srcId="{B819CA4D-E074-4B84-A89E-8DC00684BF17}" destId="{BB879237-926A-4598-9717-08E883C597A6}" srcOrd="1" destOrd="0" presId="urn:microsoft.com/office/officeart/2018/5/layout/IconLeafLabelList"/>
    <dgm:cxn modelId="{3CD59E61-02EB-4605-A43C-B2ECBE51AA2B}" type="presParOf" srcId="{B819CA4D-E074-4B84-A89E-8DC00684BF17}" destId="{3E1ABA9F-C659-4DC5-B4EF-F4DC5702E1DC}" srcOrd="2" destOrd="0" presId="urn:microsoft.com/office/officeart/2018/5/layout/IconLeafLabelList"/>
    <dgm:cxn modelId="{1BC80428-D0AE-4877-8586-703640AF431B}" type="presParOf" srcId="{B819CA4D-E074-4B84-A89E-8DC00684BF17}" destId="{7610BF09-6319-4992-A446-CDAAB8258F50}" srcOrd="3" destOrd="0" presId="urn:microsoft.com/office/officeart/2018/5/layout/IconLeafLabelList"/>
    <dgm:cxn modelId="{57E2E3F2-D546-4152-92A3-E99A41F2B4F5}" type="presParOf" srcId="{997CB463-2EA6-41B8-9863-5FDEA3B5BE55}" destId="{F27DE9A9-AE5D-44D6-822F-8E48CEEE3141}" srcOrd="3" destOrd="0" presId="urn:microsoft.com/office/officeart/2018/5/layout/IconLeafLabelList"/>
    <dgm:cxn modelId="{046CD4AA-3D9E-43DD-8C83-A463339D8616}" type="presParOf" srcId="{997CB463-2EA6-41B8-9863-5FDEA3B5BE55}" destId="{A5C5AFF9-D63F-4131-BA09-1A102BA8F75E}" srcOrd="4" destOrd="0" presId="urn:microsoft.com/office/officeart/2018/5/layout/IconLeafLabelList"/>
    <dgm:cxn modelId="{D04B7F1B-0E28-4D08-BDFB-2E18BA3D7356}" type="presParOf" srcId="{A5C5AFF9-D63F-4131-BA09-1A102BA8F75E}" destId="{C0386253-9D4C-40E0-A813-2FD18D90FC5B}" srcOrd="0" destOrd="0" presId="urn:microsoft.com/office/officeart/2018/5/layout/IconLeafLabelList"/>
    <dgm:cxn modelId="{C4CC72ED-4EB9-4374-9495-97FDFB5C68C1}" type="presParOf" srcId="{A5C5AFF9-D63F-4131-BA09-1A102BA8F75E}" destId="{E27A9474-E2BA-499E-8625-4A257BE842BE}" srcOrd="1" destOrd="0" presId="urn:microsoft.com/office/officeart/2018/5/layout/IconLeafLabelList"/>
    <dgm:cxn modelId="{962560BE-F13F-49FB-98C0-9456913067DD}" type="presParOf" srcId="{A5C5AFF9-D63F-4131-BA09-1A102BA8F75E}" destId="{A6ABB8D2-3DDF-4C46-B632-2F2BB18C035D}" srcOrd="2" destOrd="0" presId="urn:microsoft.com/office/officeart/2018/5/layout/IconLeafLabelList"/>
    <dgm:cxn modelId="{D67E992F-D06D-4195-B5D4-A545EDC0776F}" type="presParOf" srcId="{A5C5AFF9-D63F-4131-BA09-1A102BA8F75E}" destId="{12321D75-418A-4714-976A-4D3C905A75CE}" srcOrd="3" destOrd="0" presId="urn:microsoft.com/office/officeart/2018/5/layout/IconLeafLabelList"/>
    <dgm:cxn modelId="{BD9032DF-FCF8-4E41-A093-CE2812B9E319}" type="presParOf" srcId="{997CB463-2EA6-41B8-9863-5FDEA3B5BE55}" destId="{A18F56DE-2A16-424B-8AD4-78706C8C8FF6}" srcOrd="5" destOrd="0" presId="urn:microsoft.com/office/officeart/2018/5/layout/IconLeafLabelList"/>
    <dgm:cxn modelId="{97E15356-29A8-4ED4-AD9E-7AFEA8451146}" type="presParOf" srcId="{997CB463-2EA6-41B8-9863-5FDEA3B5BE55}" destId="{F49F2FBC-5FFF-430B-8AFC-3C09EA7B804D}" srcOrd="6" destOrd="0" presId="urn:microsoft.com/office/officeart/2018/5/layout/IconLeafLabelList"/>
    <dgm:cxn modelId="{3AE30106-72B3-435B-A06B-D27C29892610}" type="presParOf" srcId="{F49F2FBC-5FFF-430B-8AFC-3C09EA7B804D}" destId="{1A0D3647-26FC-4BD5-A9B0-44623A56841A}" srcOrd="0" destOrd="0" presId="urn:microsoft.com/office/officeart/2018/5/layout/IconLeafLabelList"/>
    <dgm:cxn modelId="{EEB9B37E-21A5-48E2-870F-60D4F373BB3D}" type="presParOf" srcId="{F49F2FBC-5FFF-430B-8AFC-3C09EA7B804D}" destId="{193027E2-3F19-4E9F-A2CD-279A00195DB5}" srcOrd="1" destOrd="0" presId="urn:microsoft.com/office/officeart/2018/5/layout/IconLeafLabelList"/>
    <dgm:cxn modelId="{E319A26D-6775-42A6-9791-F162464F9A3A}" type="presParOf" srcId="{F49F2FBC-5FFF-430B-8AFC-3C09EA7B804D}" destId="{09742BFE-C73A-4D5D-B1A1-7E377CA5D05E}" srcOrd="2" destOrd="0" presId="urn:microsoft.com/office/officeart/2018/5/layout/IconLeafLabelList"/>
    <dgm:cxn modelId="{EFFA9821-D1A7-4941-8065-3E7A8EC73EC9}" type="presParOf" srcId="{F49F2FBC-5FFF-430B-8AFC-3C09EA7B804D}" destId="{CC5671F1-9460-43E4-950D-2DB8B4F71EC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2030D-AE7B-488A-AE8D-AE62028E680F}">
      <dsp:nvSpPr>
        <dsp:cNvPr id="0" name=""/>
        <dsp:cNvSpPr/>
      </dsp:nvSpPr>
      <dsp:spPr>
        <a:xfrm>
          <a:off x="4390057" y="25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Cyberattacks are increasing rapidly, making it essential to monitor and detect malicious network activity.</a:t>
          </a:r>
        </a:p>
      </dsp:txBody>
      <dsp:txXfrm>
        <a:off x="4823928" y="25"/>
        <a:ext cx="867742" cy="1431774"/>
      </dsp:txXfrm>
    </dsp:sp>
    <dsp:sp modelId="{EB26B867-D5B3-4E8C-9CEE-8C5DA43552A0}">
      <dsp:nvSpPr>
        <dsp:cNvPr id="0" name=""/>
        <dsp:cNvSpPr/>
      </dsp:nvSpPr>
      <dsp:spPr>
        <a:xfrm rot="5400000">
          <a:off x="5697958" y="1307926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Intrusion Detection Systems (IDS) such as Suricata help organizations identify suspicious traffic in real time.</a:t>
          </a:r>
        </a:p>
      </dsp:txBody>
      <dsp:txXfrm rot="-5400000">
        <a:off x="6001668" y="1741797"/>
        <a:ext cx="1431774" cy="867742"/>
      </dsp:txXfrm>
    </dsp:sp>
    <dsp:sp modelId="{F87150FB-DB92-4AF0-ACD0-45870BA16D6D}">
      <dsp:nvSpPr>
        <dsp:cNvPr id="0" name=""/>
        <dsp:cNvSpPr/>
      </dsp:nvSpPr>
      <dsp:spPr>
        <a:xfrm rot="10800000">
          <a:off x="4390057" y="2615827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Project Aim</a:t>
          </a:r>
        </a:p>
      </dsp:txBody>
      <dsp:txXfrm rot="10800000">
        <a:off x="4823928" y="2919537"/>
        <a:ext cx="867742" cy="1431774"/>
      </dsp:txXfrm>
    </dsp:sp>
    <dsp:sp modelId="{91182FC2-FDB9-4F8C-AD48-C8F8587699F9}">
      <dsp:nvSpPr>
        <dsp:cNvPr id="0" name=""/>
        <dsp:cNvSpPr/>
      </dsp:nvSpPr>
      <dsp:spPr>
        <a:xfrm rot="16200000">
          <a:off x="3082156" y="1307926"/>
          <a:ext cx="1735484" cy="173548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To design, deploy, configure, and validate a Suricata-based Intrusion Detection System within a virtual laboratory.</a:t>
          </a:r>
        </a:p>
      </dsp:txBody>
      <dsp:txXfrm rot="5400000">
        <a:off x="3082156" y="1741797"/>
        <a:ext cx="1431774" cy="867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E509AF-175A-4A20-A0E9-41018C52E4DB}">
      <dsp:nvSpPr>
        <dsp:cNvPr id="0" name=""/>
        <dsp:cNvSpPr/>
      </dsp:nvSpPr>
      <dsp:spPr>
        <a:xfrm>
          <a:off x="1927186" y="1084422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1127930"/>
        <a:ext cx="22124" cy="4424"/>
      </dsp:txXfrm>
    </dsp:sp>
    <dsp:sp modelId="{B1B10B83-F0B6-4692-9A17-7629BB254771}">
      <dsp:nvSpPr>
        <dsp:cNvPr id="0" name=""/>
        <dsp:cNvSpPr/>
      </dsp:nvSpPr>
      <dsp:spPr>
        <a:xfrm>
          <a:off x="5110" y="552979"/>
          <a:ext cx="1923876" cy="11543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Deploy Ubuntu as the IDS server. </a:t>
          </a:r>
        </a:p>
      </dsp:txBody>
      <dsp:txXfrm>
        <a:off x="5110" y="552979"/>
        <a:ext cx="1923876" cy="1154325"/>
      </dsp:txXfrm>
    </dsp:sp>
    <dsp:sp modelId="{060051FA-962C-4863-80AD-49B898879956}">
      <dsp:nvSpPr>
        <dsp:cNvPr id="0" name=""/>
        <dsp:cNvSpPr/>
      </dsp:nvSpPr>
      <dsp:spPr>
        <a:xfrm>
          <a:off x="4293554" y="1084422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8438" y="1127930"/>
        <a:ext cx="22124" cy="4424"/>
      </dsp:txXfrm>
    </dsp:sp>
    <dsp:sp modelId="{7CCD47E1-A889-468E-A3AB-38852FE9E827}">
      <dsp:nvSpPr>
        <dsp:cNvPr id="0" name=""/>
        <dsp:cNvSpPr/>
      </dsp:nvSpPr>
      <dsp:spPr>
        <a:xfrm>
          <a:off x="2371478" y="552979"/>
          <a:ext cx="1923876" cy="11543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Install and configure Suricata. </a:t>
          </a:r>
        </a:p>
      </dsp:txBody>
      <dsp:txXfrm>
        <a:off x="2371478" y="552979"/>
        <a:ext cx="1923876" cy="1154325"/>
      </dsp:txXfrm>
    </dsp:sp>
    <dsp:sp modelId="{8C3428DF-5EA6-4FFB-9B37-CC7B906B348D}">
      <dsp:nvSpPr>
        <dsp:cNvPr id="0" name=""/>
        <dsp:cNvSpPr/>
      </dsp:nvSpPr>
      <dsp:spPr>
        <a:xfrm>
          <a:off x="967048" y="1705505"/>
          <a:ext cx="4732735" cy="411891"/>
        </a:xfrm>
        <a:custGeom>
          <a:avLst/>
          <a:gdLst/>
          <a:ahLst/>
          <a:cxnLst/>
          <a:rect l="0" t="0" r="0" b="0"/>
          <a:pathLst>
            <a:path>
              <a:moveTo>
                <a:pt x="4732735" y="0"/>
              </a:moveTo>
              <a:lnTo>
                <a:pt x="4732735" y="223045"/>
              </a:lnTo>
              <a:lnTo>
                <a:pt x="0" y="223045"/>
              </a:lnTo>
              <a:lnTo>
                <a:pt x="0" y="41189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582" y="1909238"/>
        <a:ext cx="237668" cy="4424"/>
      </dsp:txXfrm>
    </dsp:sp>
    <dsp:sp modelId="{067AE349-E8F8-45E5-ADE8-ED9F2A731863}">
      <dsp:nvSpPr>
        <dsp:cNvPr id="0" name=""/>
        <dsp:cNvSpPr/>
      </dsp:nvSpPr>
      <dsp:spPr>
        <a:xfrm>
          <a:off x="4737846" y="552979"/>
          <a:ext cx="1923876" cy="11543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Configure communication between virtual machines. </a:t>
          </a:r>
        </a:p>
      </dsp:txBody>
      <dsp:txXfrm>
        <a:off x="4737846" y="552979"/>
        <a:ext cx="1923876" cy="1154325"/>
      </dsp:txXfrm>
    </dsp:sp>
    <dsp:sp modelId="{96940842-E74A-429A-827A-A6E4F552630A}">
      <dsp:nvSpPr>
        <dsp:cNvPr id="0" name=""/>
        <dsp:cNvSpPr/>
      </dsp:nvSpPr>
      <dsp:spPr>
        <a:xfrm>
          <a:off x="1927186" y="2681239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2724747"/>
        <a:ext cx="22124" cy="4424"/>
      </dsp:txXfrm>
    </dsp:sp>
    <dsp:sp modelId="{0929D4C7-BE68-4F5D-8EBB-1BB39126FFDA}">
      <dsp:nvSpPr>
        <dsp:cNvPr id="0" name=""/>
        <dsp:cNvSpPr/>
      </dsp:nvSpPr>
      <dsp:spPr>
        <a:xfrm>
          <a:off x="5110" y="2149797"/>
          <a:ext cx="1923876" cy="11543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 custom detection rules. </a:t>
          </a:r>
        </a:p>
      </dsp:txBody>
      <dsp:txXfrm>
        <a:off x="5110" y="2149797"/>
        <a:ext cx="1923876" cy="1154325"/>
      </dsp:txXfrm>
    </dsp:sp>
    <dsp:sp modelId="{72648C76-6219-4031-99AA-6B89D02EFDEC}">
      <dsp:nvSpPr>
        <dsp:cNvPr id="0" name=""/>
        <dsp:cNvSpPr/>
      </dsp:nvSpPr>
      <dsp:spPr>
        <a:xfrm>
          <a:off x="4293554" y="2681239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8438" y="2724747"/>
        <a:ext cx="22124" cy="4424"/>
      </dsp:txXfrm>
    </dsp:sp>
    <dsp:sp modelId="{3B9913E9-FB2E-4E90-BD66-60F69DCAF2DD}">
      <dsp:nvSpPr>
        <dsp:cNvPr id="0" name=""/>
        <dsp:cNvSpPr/>
      </dsp:nvSpPr>
      <dsp:spPr>
        <a:xfrm>
          <a:off x="2371478" y="2149797"/>
          <a:ext cx="1923876" cy="11543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 attack traffic. </a:t>
          </a:r>
        </a:p>
      </dsp:txBody>
      <dsp:txXfrm>
        <a:off x="2371478" y="2149797"/>
        <a:ext cx="1923876" cy="1154325"/>
      </dsp:txXfrm>
    </dsp:sp>
    <dsp:sp modelId="{27CAB752-91D5-4D5B-91E0-8CD7F4BB6304}">
      <dsp:nvSpPr>
        <dsp:cNvPr id="0" name=""/>
        <dsp:cNvSpPr/>
      </dsp:nvSpPr>
      <dsp:spPr>
        <a:xfrm>
          <a:off x="967048" y="3302322"/>
          <a:ext cx="4732735" cy="411891"/>
        </a:xfrm>
        <a:custGeom>
          <a:avLst/>
          <a:gdLst/>
          <a:ahLst/>
          <a:cxnLst/>
          <a:rect l="0" t="0" r="0" b="0"/>
          <a:pathLst>
            <a:path>
              <a:moveTo>
                <a:pt x="4732735" y="0"/>
              </a:moveTo>
              <a:lnTo>
                <a:pt x="4732735" y="223045"/>
              </a:lnTo>
              <a:lnTo>
                <a:pt x="0" y="223045"/>
              </a:lnTo>
              <a:lnTo>
                <a:pt x="0" y="41189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582" y="3506056"/>
        <a:ext cx="237668" cy="4424"/>
      </dsp:txXfrm>
    </dsp:sp>
    <dsp:sp modelId="{7B2032E5-94A4-45ED-85CB-DB97EAC37224}">
      <dsp:nvSpPr>
        <dsp:cNvPr id="0" name=""/>
        <dsp:cNvSpPr/>
      </dsp:nvSpPr>
      <dsp:spPr>
        <a:xfrm>
          <a:off x="4737846" y="2149797"/>
          <a:ext cx="1923876" cy="11543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Monitor and analyze security alerts. </a:t>
          </a:r>
        </a:p>
      </dsp:txBody>
      <dsp:txXfrm>
        <a:off x="4737846" y="2149797"/>
        <a:ext cx="1923876" cy="1154325"/>
      </dsp:txXfrm>
    </dsp:sp>
    <dsp:sp modelId="{EB89E716-E2F2-4295-B78E-FC038F7C1790}">
      <dsp:nvSpPr>
        <dsp:cNvPr id="0" name=""/>
        <dsp:cNvSpPr/>
      </dsp:nvSpPr>
      <dsp:spPr>
        <a:xfrm>
          <a:off x="5110" y="3746614"/>
          <a:ext cx="1923876" cy="11543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Document the deployment process.</a:t>
          </a:r>
        </a:p>
      </dsp:txBody>
      <dsp:txXfrm>
        <a:off x="5110" y="3746614"/>
        <a:ext cx="1923876" cy="11543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C4A17-2ACF-4CD4-A92C-BF273C95BBD5}">
      <dsp:nvSpPr>
        <dsp:cNvPr id="0" name=""/>
        <dsp:cNvSpPr/>
      </dsp:nvSpPr>
      <dsp:spPr>
        <a:xfrm>
          <a:off x="9152201" y="1253153"/>
          <a:ext cx="1687115" cy="168679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850EC6-C9F1-49FA-92B6-56BDDCB3FA2C}">
      <dsp:nvSpPr>
        <dsp:cNvPr id="0" name=""/>
        <dsp:cNvSpPr/>
      </dsp:nvSpPr>
      <dsp:spPr>
        <a:xfrm>
          <a:off x="9209010" y="1309389"/>
          <a:ext cx="1574569" cy="157432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Suricata monitored the traffic and generated alerts.</a:t>
          </a:r>
        </a:p>
      </dsp:txBody>
      <dsp:txXfrm>
        <a:off x="9434101" y="1534335"/>
        <a:ext cx="1124386" cy="1124430"/>
      </dsp:txXfrm>
    </dsp:sp>
    <dsp:sp modelId="{8E53F8BC-75FD-4A1A-B011-293615F4862D}">
      <dsp:nvSpPr>
        <dsp:cNvPr id="0" name=""/>
        <dsp:cNvSpPr/>
      </dsp:nvSpPr>
      <dsp:spPr>
        <a:xfrm rot="2700000">
          <a:off x="7409467" y="1252963"/>
          <a:ext cx="1686877" cy="1686877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A36F106-1826-4046-894B-B2783F57D7CE}">
      <dsp:nvSpPr>
        <dsp:cNvPr id="0" name=""/>
        <dsp:cNvSpPr/>
      </dsp:nvSpPr>
      <dsp:spPr>
        <a:xfrm>
          <a:off x="7466157" y="1309389"/>
          <a:ext cx="1574569" cy="157432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DNS Query </a:t>
          </a:r>
        </a:p>
      </dsp:txBody>
      <dsp:txXfrm>
        <a:off x="7691249" y="1534335"/>
        <a:ext cx="1124386" cy="1124430"/>
      </dsp:txXfrm>
    </dsp:sp>
    <dsp:sp modelId="{9CC57E01-CA7E-45D8-8E60-CE0FF1DDADC2}">
      <dsp:nvSpPr>
        <dsp:cNvPr id="0" name=""/>
        <dsp:cNvSpPr/>
      </dsp:nvSpPr>
      <dsp:spPr>
        <a:xfrm rot="2700000">
          <a:off x="5666615" y="1252963"/>
          <a:ext cx="1686877" cy="1686877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FBC813-47D3-400D-A9DC-7F02C6151011}">
      <dsp:nvSpPr>
        <dsp:cNvPr id="0" name=""/>
        <dsp:cNvSpPr/>
      </dsp:nvSpPr>
      <dsp:spPr>
        <a:xfrm>
          <a:off x="5723305" y="1309389"/>
          <a:ext cx="1574569" cy="15743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HTTP Request </a:t>
          </a:r>
        </a:p>
      </dsp:txBody>
      <dsp:txXfrm>
        <a:off x="5948397" y="1534335"/>
        <a:ext cx="1124386" cy="1124430"/>
      </dsp:txXfrm>
    </dsp:sp>
    <dsp:sp modelId="{B3B60733-BE03-474E-BE19-2E1882FD8390}">
      <dsp:nvSpPr>
        <dsp:cNvPr id="0" name=""/>
        <dsp:cNvSpPr/>
      </dsp:nvSpPr>
      <dsp:spPr>
        <a:xfrm rot="2700000">
          <a:off x="3923763" y="1252963"/>
          <a:ext cx="1686877" cy="1686877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9BC45D-CDB0-433B-B3AF-8A55F9D1E9EA}">
      <dsp:nvSpPr>
        <dsp:cNvPr id="0" name=""/>
        <dsp:cNvSpPr/>
      </dsp:nvSpPr>
      <dsp:spPr>
        <a:xfrm>
          <a:off x="3980453" y="1309389"/>
          <a:ext cx="1574569" cy="157432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FTP Login </a:t>
          </a:r>
        </a:p>
      </dsp:txBody>
      <dsp:txXfrm>
        <a:off x="4204473" y="1534335"/>
        <a:ext cx="1124386" cy="1124430"/>
      </dsp:txXfrm>
    </dsp:sp>
    <dsp:sp modelId="{C6CBB7A3-A30C-4534-A36D-AEBEE24EF215}">
      <dsp:nvSpPr>
        <dsp:cNvPr id="0" name=""/>
        <dsp:cNvSpPr/>
      </dsp:nvSpPr>
      <dsp:spPr>
        <a:xfrm rot="2700000">
          <a:off x="2180911" y="1252963"/>
          <a:ext cx="1686877" cy="1686877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E523D99-0C76-45BD-AFEF-449A7D326C86}">
      <dsp:nvSpPr>
        <dsp:cNvPr id="0" name=""/>
        <dsp:cNvSpPr/>
      </dsp:nvSpPr>
      <dsp:spPr>
        <a:xfrm>
          <a:off x="2237601" y="1309389"/>
          <a:ext cx="1574569" cy="157432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ICMP Ping </a:t>
          </a:r>
        </a:p>
      </dsp:txBody>
      <dsp:txXfrm>
        <a:off x="2461621" y="1534335"/>
        <a:ext cx="1124386" cy="1124430"/>
      </dsp:txXfrm>
    </dsp:sp>
    <dsp:sp modelId="{BBD4979A-C38C-4E13-83D0-9077E6390457}">
      <dsp:nvSpPr>
        <dsp:cNvPr id="0" name=""/>
        <dsp:cNvSpPr/>
      </dsp:nvSpPr>
      <dsp:spPr>
        <a:xfrm rot="2700000">
          <a:off x="438059" y="1252963"/>
          <a:ext cx="1686877" cy="1686877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C97CDB-FD80-43D5-B870-3A1759135ECF}">
      <dsp:nvSpPr>
        <dsp:cNvPr id="0" name=""/>
        <dsp:cNvSpPr/>
      </dsp:nvSpPr>
      <dsp:spPr>
        <a:xfrm>
          <a:off x="493677" y="1309389"/>
          <a:ext cx="1574569" cy="157432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Traffic generated from Kali Linux included:</a:t>
          </a:r>
        </a:p>
      </dsp:txBody>
      <dsp:txXfrm>
        <a:off x="718769" y="1534335"/>
        <a:ext cx="1124386" cy="11244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E3096-95F3-4FAF-A105-BD3AF2DF8CFF}">
      <dsp:nvSpPr>
        <dsp:cNvPr id="0" name=""/>
        <dsp:cNvSpPr/>
      </dsp:nvSpPr>
      <dsp:spPr>
        <a:xfrm>
          <a:off x="2692642" y="507769"/>
          <a:ext cx="391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64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907" y="551377"/>
        <a:ext cx="21112" cy="4222"/>
      </dsp:txXfrm>
    </dsp:sp>
    <dsp:sp modelId="{6CCBA96B-DC3F-4B3E-97BA-384C7BB9ABC8}">
      <dsp:nvSpPr>
        <dsp:cNvPr id="0" name=""/>
        <dsp:cNvSpPr/>
      </dsp:nvSpPr>
      <dsp:spPr>
        <a:xfrm>
          <a:off x="858602" y="2737"/>
          <a:ext cx="1835839" cy="1101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Achievements</a:t>
          </a:r>
        </a:p>
      </dsp:txBody>
      <dsp:txXfrm>
        <a:off x="858602" y="2737"/>
        <a:ext cx="1835839" cy="1101503"/>
      </dsp:txXfrm>
    </dsp:sp>
    <dsp:sp modelId="{72711639-4725-49D5-8505-DBB6D5573035}">
      <dsp:nvSpPr>
        <dsp:cNvPr id="0" name=""/>
        <dsp:cNvSpPr/>
      </dsp:nvSpPr>
      <dsp:spPr>
        <a:xfrm>
          <a:off x="1776522" y="1102440"/>
          <a:ext cx="2258082" cy="391643"/>
        </a:xfrm>
        <a:custGeom>
          <a:avLst/>
          <a:gdLst/>
          <a:ahLst/>
          <a:cxnLst/>
          <a:rect l="0" t="0" r="0" b="0"/>
          <a:pathLst>
            <a:path>
              <a:moveTo>
                <a:pt x="2258082" y="0"/>
              </a:moveTo>
              <a:lnTo>
                <a:pt x="2258082" y="212921"/>
              </a:lnTo>
              <a:lnTo>
                <a:pt x="0" y="212921"/>
              </a:lnTo>
              <a:lnTo>
                <a:pt x="0" y="3916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8133" y="1296151"/>
        <a:ext cx="114861" cy="4222"/>
      </dsp:txXfrm>
    </dsp:sp>
    <dsp:sp modelId="{5D091989-3060-4567-87F6-CABF87813073}">
      <dsp:nvSpPr>
        <dsp:cNvPr id="0" name=""/>
        <dsp:cNvSpPr/>
      </dsp:nvSpPr>
      <dsp:spPr>
        <a:xfrm>
          <a:off x="3116685" y="2737"/>
          <a:ext cx="1835839" cy="1101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Successfully deployed the IDS. </a:t>
          </a:r>
        </a:p>
      </dsp:txBody>
      <dsp:txXfrm>
        <a:off x="3116685" y="2737"/>
        <a:ext cx="1835839" cy="1101503"/>
      </dsp:txXfrm>
    </dsp:sp>
    <dsp:sp modelId="{6BEB7F19-4748-4DAB-8BEA-BA2162A69D8D}">
      <dsp:nvSpPr>
        <dsp:cNvPr id="0" name=""/>
        <dsp:cNvSpPr/>
      </dsp:nvSpPr>
      <dsp:spPr>
        <a:xfrm>
          <a:off x="2692642" y="2031516"/>
          <a:ext cx="391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64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907" y="2075124"/>
        <a:ext cx="21112" cy="4222"/>
      </dsp:txXfrm>
    </dsp:sp>
    <dsp:sp modelId="{D43C2732-29B8-4321-9FB5-B0A0904AE63D}">
      <dsp:nvSpPr>
        <dsp:cNvPr id="0" name=""/>
        <dsp:cNvSpPr/>
      </dsp:nvSpPr>
      <dsp:spPr>
        <a:xfrm>
          <a:off x="858602" y="1526484"/>
          <a:ext cx="1835839" cy="11015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Verified communication between all virtual machines. </a:t>
          </a:r>
        </a:p>
      </dsp:txBody>
      <dsp:txXfrm>
        <a:off x="858602" y="1526484"/>
        <a:ext cx="1835839" cy="1101503"/>
      </dsp:txXfrm>
    </dsp:sp>
    <dsp:sp modelId="{C7069BA7-E0F3-4670-BD22-8AEF41C727A3}">
      <dsp:nvSpPr>
        <dsp:cNvPr id="0" name=""/>
        <dsp:cNvSpPr/>
      </dsp:nvSpPr>
      <dsp:spPr>
        <a:xfrm>
          <a:off x="1776522" y="2626187"/>
          <a:ext cx="2258082" cy="391643"/>
        </a:xfrm>
        <a:custGeom>
          <a:avLst/>
          <a:gdLst/>
          <a:ahLst/>
          <a:cxnLst/>
          <a:rect l="0" t="0" r="0" b="0"/>
          <a:pathLst>
            <a:path>
              <a:moveTo>
                <a:pt x="2258082" y="0"/>
              </a:moveTo>
              <a:lnTo>
                <a:pt x="2258082" y="212921"/>
              </a:lnTo>
              <a:lnTo>
                <a:pt x="0" y="212921"/>
              </a:lnTo>
              <a:lnTo>
                <a:pt x="0" y="39164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8133" y="2819898"/>
        <a:ext cx="114861" cy="4222"/>
      </dsp:txXfrm>
    </dsp:sp>
    <dsp:sp modelId="{03AAF938-88F7-4CEC-81E8-CFBE96CA8A3B}">
      <dsp:nvSpPr>
        <dsp:cNvPr id="0" name=""/>
        <dsp:cNvSpPr/>
      </dsp:nvSpPr>
      <dsp:spPr>
        <a:xfrm>
          <a:off x="3116685" y="1526484"/>
          <a:ext cx="1835839" cy="1101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Created custom detection rules. </a:t>
          </a:r>
        </a:p>
      </dsp:txBody>
      <dsp:txXfrm>
        <a:off x="3116685" y="1526484"/>
        <a:ext cx="1835839" cy="1101503"/>
      </dsp:txXfrm>
    </dsp:sp>
    <dsp:sp modelId="{8CE97A77-B3FA-4FBD-ABC4-B519FA35749F}">
      <dsp:nvSpPr>
        <dsp:cNvPr id="0" name=""/>
        <dsp:cNvSpPr/>
      </dsp:nvSpPr>
      <dsp:spPr>
        <a:xfrm>
          <a:off x="2692642" y="3555262"/>
          <a:ext cx="391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64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907" y="3598871"/>
        <a:ext cx="21112" cy="4222"/>
      </dsp:txXfrm>
    </dsp:sp>
    <dsp:sp modelId="{5EEAA500-BAF7-4807-9BB4-31EACEEB6314}">
      <dsp:nvSpPr>
        <dsp:cNvPr id="0" name=""/>
        <dsp:cNvSpPr/>
      </dsp:nvSpPr>
      <dsp:spPr>
        <a:xfrm>
          <a:off x="858602" y="3050231"/>
          <a:ext cx="1835839" cy="11015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Generated network traffic for testing. </a:t>
          </a:r>
        </a:p>
      </dsp:txBody>
      <dsp:txXfrm>
        <a:off x="858602" y="3050231"/>
        <a:ext cx="1835839" cy="1101503"/>
      </dsp:txXfrm>
    </dsp:sp>
    <dsp:sp modelId="{F5EFB47C-6118-4C73-94CE-ABB12006F619}">
      <dsp:nvSpPr>
        <dsp:cNvPr id="0" name=""/>
        <dsp:cNvSpPr/>
      </dsp:nvSpPr>
      <dsp:spPr>
        <a:xfrm>
          <a:off x="1776522" y="4149934"/>
          <a:ext cx="2258082" cy="391643"/>
        </a:xfrm>
        <a:custGeom>
          <a:avLst/>
          <a:gdLst/>
          <a:ahLst/>
          <a:cxnLst/>
          <a:rect l="0" t="0" r="0" b="0"/>
          <a:pathLst>
            <a:path>
              <a:moveTo>
                <a:pt x="2258082" y="0"/>
              </a:moveTo>
              <a:lnTo>
                <a:pt x="2258082" y="212921"/>
              </a:lnTo>
              <a:lnTo>
                <a:pt x="0" y="212921"/>
              </a:lnTo>
              <a:lnTo>
                <a:pt x="0" y="39164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8133" y="4343645"/>
        <a:ext cx="114861" cy="4222"/>
      </dsp:txXfrm>
    </dsp:sp>
    <dsp:sp modelId="{948A552E-6A19-46C8-9684-07E150CB9FE9}">
      <dsp:nvSpPr>
        <dsp:cNvPr id="0" name=""/>
        <dsp:cNvSpPr/>
      </dsp:nvSpPr>
      <dsp:spPr>
        <a:xfrm>
          <a:off x="3116685" y="3050231"/>
          <a:ext cx="1835839" cy="1101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Captured Suricata alerts. </a:t>
          </a:r>
        </a:p>
      </dsp:txBody>
      <dsp:txXfrm>
        <a:off x="3116685" y="3050231"/>
        <a:ext cx="1835839" cy="1101503"/>
      </dsp:txXfrm>
    </dsp:sp>
    <dsp:sp modelId="{BEACB2FE-1045-4F56-AF1D-5E179CFDD3E7}">
      <dsp:nvSpPr>
        <dsp:cNvPr id="0" name=""/>
        <dsp:cNvSpPr/>
      </dsp:nvSpPr>
      <dsp:spPr>
        <a:xfrm>
          <a:off x="858602" y="4573978"/>
          <a:ext cx="1835839" cy="1101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Documented troubleshooting activities.</a:t>
          </a:r>
        </a:p>
      </dsp:txBody>
      <dsp:txXfrm>
        <a:off x="858602" y="4573978"/>
        <a:ext cx="1835839" cy="11015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EB08D6-92ED-462A-B420-AF7CD2821CE6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92D2F-090C-4F9A-B591-1864D17EA836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1EE66-E20B-45B4-87A8-F0784739065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Thank You</a:t>
          </a:r>
        </a:p>
      </dsp:txBody>
      <dsp:txXfrm>
        <a:off x="100682" y="2684598"/>
        <a:ext cx="2370489" cy="720000"/>
      </dsp:txXfrm>
    </dsp:sp>
    <dsp:sp modelId="{0EB16908-60E2-4025-9FAF-507595E2B7C9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79237-926A-4598-9717-08E883C597A6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0BF09-6319-4992-A446-CDAAB8258F50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Questions and Answers</a:t>
          </a:r>
          <a:endParaRPr lang="en-US" sz="2500" kern="1200"/>
        </a:p>
      </dsp:txBody>
      <dsp:txXfrm>
        <a:off x="2886007" y="2684598"/>
        <a:ext cx="2370489" cy="720000"/>
      </dsp:txXfrm>
    </dsp:sp>
    <dsp:sp modelId="{C0386253-9D4C-40E0-A813-2FD18D90FC5B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A9474-E2BA-499E-8625-4A257BE842BE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21D75-418A-4714-976A-4D3C905A75C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Presented by</a:t>
          </a:r>
          <a:endParaRPr lang="en-US" sz="2500" kern="1200"/>
        </a:p>
      </dsp:txBody>
      <dsp:txXfrm>
        <a:off x="5671332" y="2684598"/>
        <a:ext cx="2370489" cy="720000"/>
      </dsp:txXfrm>
    </dsp:sp>
    <dsp:sp modelId="{1A0D3647-26FC-4BD5-A9B0-44623A56841A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027E2-3F19-4E9F-A2CD-279A00195DB5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671F1-9460-43E4-950D-2DB8B4F71EC2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Blue team, group 4</a:t>
          </a:r>
          <a:endParaRPr lang="en-US" sz="2500" kern="1200"/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Deployment and Configuration of a Suricata Intrusion Detection System (IDS) in a Virtual Lab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Presented by</a:t>
            </a: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Blue team ,group 4</a:t>
            </a: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Technology Stack</a:t>
            </a:r>
            <a:endParaRPr lang="en-US" sz="1800">
              <a:solidFill>
                <a:schemeClr val="tx2"/>
              </a:solidFill>
            </a:endParaRP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Ubuntu Server 26.04 LTS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Kali Linux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Metasploitable2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Oracle VirtualBox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Suricata IDS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851585-9FB2-B824-F860-59F707C6CE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8406" t="28467" r="679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EFD08-286B-1EF9-ADD7-23F154EE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Background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3BBC48-6587-2D5D-6AB5-C19991238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679654"/>
              </p:ext>
            </p:extLst>
          </p:nvPr>
        </p:nvGraphicFramePr>
        <p:xfrm>
          <a:off x="1005114" y="1317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036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EA832-9B00-5CBD-485E-0ACC6C91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marL="228600" indent="-228600" algn="r">
              <a:spcBef>
                <a:spcPts val="1000"/>
              </a:spcBef>
            </a:pPr>
            <a:r>
              <a:rPr lang="en-US" sz="4000" b="1">
                <a:solidFill>
                  <a:srgbClr val="FFFFFF"/>
                </a:solidFill>
                <a:latin typeface="Aptos"/>
              </a:rPr>
              <a:t>Project Objectives</a:t>
            </a:r>
            <a:endParaRPr lang="en-US" sz="4000">
              <a:solidFill>
                <a:srgbClr val="FFFFFF"/>
              </a:solidFill>
              <a:latin typeface="Aptos"/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29A15E2-5179-ACAF-A49A-EF80AC1E1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9876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80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0D077-DC1C-222A-A805-C1F7AF8E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/>
              <a:t>Lab Architecture</a:t>
            </a:r>
          </a:p>
          <a:p>
            <a:r>
              <a:rPr lang="en-US"/>
              <a:t>Virtual Environment</a:t>
            </a:r>
          </a:p>
          <a:p>
            <a:endParaRPr lang="en-US" sz="48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2A0AE2-81A4-9ED6-FCB7-F70DDB8603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9128742"/>
              </p:ext>
            </p:extLst>
          </p:nvPr>
        </p:nvGraphicFramePr>
        <p:xfrm>
          <a:off x="837486" y="2363467"/>
          <a:ext cx="10265929" cy="14752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33349">
                  <a:extLst>
                    <a:ext uri="{9D8B030D-6E8A-4147-A177-3AD203B41FA5}">
                      <a16:colId xmlns:a16="http://schemas.microsoft.com/office/drawing/2014/main" val="830471225"/>
                    </a:ext>
                  </a:extLst>
                </a:gridCol>
                <a:gridCol w="4632580">
                  <a:extLst>
                    <a:ext uri="{9D8B030D-6E8A-4147-A177-3AD203B41FA5}">
                      <a16:colId xmlns:a16="http://schemas.microsoft.com/office/drawing/2014/main" val="281330962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Attacker</a:t>
                      </a:r>
                      <a:endParaRPr lang="en-US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04559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5269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232BDB-9B7F-4A48-730B-C8F69A252892}"/>
              </a:ext>
            </a:extLst>
          </p:cNvPr>
          <p:cNvGraphicFramePr>
            <a:graphicFrameLocks noGrp="1"/>
          </p:cNvGraphicFramePr>
          <p:nvPr/>
        </p:nvGraphicFramePr>
        <p:xfrm>
          <a:off x="0" y="2697480"/>
          <a:ext cx="121920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88895505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421370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590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Ubuntu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94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Kali Linux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Attacker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458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Metasploitable2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6352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D09B1A8-1E9E-2D0E-4449-B25391E173EC}"/>
              </a:ext>
            </a:extLst>
          </p:cNvPr>
          <p:cNvSpPr txBox="1"/>
          <p:nvPr/>
        </p:nvSpPr>
        <p:spPr>
          <a:xfrm>
            <a:off x="3048000" y="3429000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 b="1"/>
              <a:t>Network</a:t>
            </a:r>
          </a:p>
          <a:p>
            <a:r>
              <a:rPr lang="en-US"/>
              <a:t>Host-Only Adapter</a:t>
            </a:r>
          </a:p>
          <a:p>
            <a:endParaRPr lang="en-US"/>
          </a:p>
          <a:p>
            <a:r>
              <a:rPr lang="en-US"/>
              <a:t>Kali Linux │ │ Ubuntu (Suricata IDS) │ │ Metasploitable2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0ED8E-45D2-8671-D8E2-FB4B7B79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Tools Used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1D0EF-0F78-AF0A-6646-EC9F2931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500"/>
            </a:br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pPr lvl="1"/>
            <a:endParaRPr lang="en-US" sz="500"/>
          </a:p>
          <a:p>
            <a:pPr lvl="1"/>
            <a:endParaRPr lang="en-US" sz="500"/>
          </a:p>
          <a:p>
            <a:pPr lvl="1"/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endParaRPr lang="en-US" sz="500"/>
          </a:p>
          <a:p>
            <a:br>
              <a:rPr lang="en-US" sz="500"/>
            </a:br>
            <a:endParaRPr lang="en-US" sz="500"/>
          </a:p>
          <a:p>
            <a:endParaRPr lang="en-US" sz="5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A457C5-2D4C-C4BE-204B-AB6AB0A6A1B2}"/>
              </a:ext>
            </a:extLst>
          </p:cNvPr>
          <p:cNvGraphicFramePr>
            <a:graphicFrameLocks noGrp="1"/>
          </p:cNvGraphicFramePr>
          <p:nvPr/>
        </p:nvGraphicFramePr>
        <p:xfrm>
          <a:off x="1068130" y="1947578"/>
          <a:ext cx="3876165" cy="25311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1013">
                  <a:extLst>
                    <a:ext uri="{9D8B030D-6E8A-4147-A177-3AD203B41FA5}">
                      <a16:colId xmlns:a16="http://schemas.microsoft.com/office/drawing/2014/main" val="963691668"/>
                    </a:ext>
                  </a:extLst>
                </a:gridCol>
                <a:gridCol w="1995152">
                  <a:extLst>
                    <a:ext uri="{9D8B030D-6E8A-4147-A177-3AD203B41FA5}">
                      <a16:colId xmlns:a16="http://schemas.microsoft.com/office/drawing/2014/main" val="3732726447"/>
                    </a:ext>
                  </a:extLst>
                </a:gridCol>
              </a:tblGrid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Tool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Purpose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899638"/>
                  </a:ext>
                </a:extLst>
              </a:tr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Oracle VirtualBox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Virtualization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822942"/>
                  </a:ext>
                </a:extLst>
              </a:tr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Ubuntu 26.04 LTS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IDS Server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343141"/>
                  </a:ext>
                </a:extLst>
              </a:tr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Kali Linux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Attack Machine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70720"/>
                  </a:ext>
                </a:extLst>
              </a:tr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Metasploitable2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Vulnerable Target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49523"/>
                  </a:ext>
                </a:extLst>
              </a:tr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Suricata 8.x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Intrusion Detection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676237"/>
                  </a:ext>
                </a:extLst>
              </a:tr>
              <a:tr h="36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GitHub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Project Repository</a:t>
                      </a:r>
                    </a:p>
                  </a:txBody>
                  <a:tcPr marL="82180" marR="82180" marT="41090" marB="41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49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66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96437-C244-DDEC-93C9-DAF84C02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ea typeface="+mj-lt"/>
                <a:cs typeface="+mj-lt"/>
              </a:rPr>
              <a:t>Installation and Configuration</a:t>
            </a:r>
            <a:endParaRPr lang="en-US" sz="5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FBE73-FDF3-4596-D802-F13FF47F9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Completed Tasks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Ubuntu installation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System update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Suricata installation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Network interface configuration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Rule configuration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Service validation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Commands used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sudo apt update
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onsolas"/>
              </a:rPr>
              <a:t>sudo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 apt install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onsolas"/>
              </a:rPr>
              <a:t>suricata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
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onsolas"/>
              </a:rPr>
              <a:t>suricata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 --version
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onsolas"/>
              </a:rPr>
              <a:t>sudo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onsolas"/>
              </a:rPr>
              <a:t>systemctl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 restart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  <a:latin typeface="Consolas"/>
              </a:rPr>
              <a:t>suricata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28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073F6-3AF9-31E2-1AA4-90BAE0D3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036674"/>
            <a:ext cx="3689096" cy="3514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 Detection Rules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56CC36-670A-8D8D-0914-7AEAD5B65F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42862" y="1736271"/>
          <a:ext cx="4811872" cy="2818522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214979">
                  <a:extLst>
                    <a:ext uri="{9D8B030D-6E8A-4147-A177-3AD203B41FA5}">
                      <a16:colId xmlns:a16="http://schemas.microsoft.com/office/drawing/2014/main" val="2878536434"/>
                    </a:ext>
                  </a:extLst>
                </a:gridCol>
                <a:gridCol w="3596893">
                  <a:extLst>
                    <a:ext uri="{9D8B030D-6E8A-4147-A177-3AD203B41FA5}">
                      <a16:colId xmlns:a16="http://schemas.microsoft.com/office/drawing/2014/main" val="998990848"/>
                    </a:ext>
                  </a:extLst>
                </a:gridCol>
              </a:tblGrid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Rule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30789"/>
                  </a:ext>
                </a:extLst>
              </a:tr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ICMP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 Ping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313065"/>
                  </a:ext>
                </a:extLst>
              </a:tr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HTTP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 Web Traffic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611341"/>
                  </a:ext>
                </a:extLst>
              </a:tr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FTP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 FTP Connections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41646"/>
                  </a:ext>
                </a:extLst>
              </a:tr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DNS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 DNS Queries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24440"/>
                  </a:ext>
                </a:extLst>
              </a:tr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SSH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 SSH Connections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75356"/>
                  </a:ext>
                </a:extLst>
              </a:tr>
              <a:tr h="40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Telnet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Detect Telnet Sessions</a:t>
                      </a:r>
                    </a:p>
                  </a:txBody>
                  <a:tcPr marL="0" marR="160472" marT="32647" marB="1088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765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49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2893-73DB-7E18-5514-B1CA4CA30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Testing and Validation</a:t>
            </a:r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BB34A13-5111-5E39-C8EC-5018B973A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0044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84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B900D-5116-161D-1AB7-53184310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  <a:ea typeface="+mj-lt"/>
                <a:cs typeface="+mj-lt"/>
              </a:rPr>
              <a:t>Results</a:t>
            </a:r>
            <a:endParaRPr lang="en-US" sz="5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CFF305-DEF0-3FF0-AB60-3F21EE6BA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4162891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58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2DC83-D9E8-FE10-AAF8-478D650A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Challenges Encountered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FE0F-FE3B-EDC6-A084-DD91FD38C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>
                <a:ea typeface="+mn-lt"/>
                <a:cs typeface="+mn-lt"/>
              </a:rPr>
              <a:t>Virtual machine networking issues.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YAML configuration errors.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Rule loading issues.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Keyboard copy/paste limitations.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Service restart troubleshooting. </a:t>
            </a:r>
            <a:endParaRPr lang="en-US" sz="2600"/>
          </a:p>
          <a:p>
            <a:r>
              <a:rPr lang="en-US" sz="2600"/>
              <a:t>Resolution</a:t>
            </a:r>
          </a:p>
          <a:p>
            <a:r>
              <a:rPr lang="en-US" sz="2600">
                <a:ea typeface="+mn-lt"/>
                <a:cs typeface="+mn-lt"/>
              </a:rPr>
              <a:t>Verified network interfaces.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Corrected configuration files.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Validated Suricata configuration.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Restarted services. 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Retested IDS functionality.</a:t>
            </a:r>
            <a:endParaRPr lang="en-US" sz="2600"/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70103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00D7F-0BCA-81E8-2849-C578600C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Conclusion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211B9-63F4-B7F3-2526-92CC3F94D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The project successfully demonstrated the deployment and configuration of a Suricata Intrusion Detection System in a virtual environment. The IDS detected simulated network activities and provided valuable insight into network monitoring, rule creation, and security analysis.</a:t>
            </a: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5B89C1DB-054F-2BB6-0458-ACBF43165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2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98705-97A9-C611-C430-EE6A2E78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2FECF9-E77E-5278-75D5-6D92C91EB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994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212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Deployment and Configuration of a Suricata Intrusion Detection System (IDS) in a Virtual Lab Environment</vt:lpstr>
      <vt:lpstr>Project Background</vt:lpstr>
      <vt:lpstr>Project Objectives </vt:lpstr>
      <vt:lpstr>Lab Architecture Virtual Environment </vt:lpstr>
      <vt:lpstr>Tools Used</vt:lpstr>
      <vt:lpstr>Installation and Configuration</vt:lpstr>
      <vt:lpstr>Custom Detection Rules</vt:lpstr>
      <vt:lpstr>Testing and Validation</vt:lpstr>
      <vt:lpstr>Results</vt:lpstr>
      <vt:lpstr>Challenges Encountered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2026-07-29T19:32:57Z</dcterms:created>
  <dcterms:modified xsi:type="dcterms:W3CDTF">2026-07-29T21:25:18Z</dcterms:modified>
</cp:coreProperties>
</file>